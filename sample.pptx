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Patua One"/>
      <p:regular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DMSans-regular.fntdata"/><Relationship Id="rId27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PatuaOne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992f9685e2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992f9685e2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358d705c1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358d705c1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38c98397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38c98397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38c983977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38c983977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38c983977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38c983977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38c983977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38c983977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38c983977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38c983977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38c983977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38c983977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38c983977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38c983977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38c983977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38c983977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422210336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422210336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422210336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422210336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4222103364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4222103364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4222103364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4222103364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35575" y="-1481350"/>
            <a:ext cx="10824804" cy="8106205"/>
            <a:chOff x="-235575" y="-1481350"/>
            <a:chExt cx="10824804" cy="8106205"/>
          </a:xfrm>
        </p:grpSpPr>
        <p:sp>
          <p:nvSpPr>
            <p:cNvPr id="10" name="Google Shape;10;p2"/>
            <p:cNvSpPr/>
            <p:nvPr/>
          </p:nvSpPr>
          <p:spPr>
            <a:xfrm>
              <a:off x="7436526" y="-1481350"/>
              <a:ext cx="2441322" cy="8106205"/>
            </a:xfrm>
            <a:custGeom>
              <a:rect b="b" l="l" r="r" t="t"/>
              <a:pathLst>
                <a:path extrusionOk="0" h="5027104" w="1513998">
                  <a:moveTo>
                    <a:pt x="245650" y="0"/>
                  </a:moveTo>
                  <a:cubicBezTo>
                    <a:pt x="148780" y="191834"/>
                    <a:pt x="0" y="303276"/>
                    <a:pt x="0" y="645414"/>
                  </a:cubicBezTo>
                  <a:cubicBezTo>
                    <a:pt x="0" y="1152811"/>
                    <a:pt x="327184" y="1152811"/>
                    <a:pt x="327184" y="1660303"/>
                  </a:cubicBezTo>
                  <a:cubicBezTo>
                    <a:pt x="327184" y="2167795"/>
                    <a:pt x="0" y="2167795"/>
                    <a:pt x="0" y="2675191"/>
                  </a:cubicBezTo>
                  <a:cubicBezTo>
                    <a:pt x="0" y="3182588"/>
                    <a:pt x="327184" y="3182588"/>
                    <a:pt x="327184" y="3690080"/>
                  </a:cubicBezTo>
                  <a:cubicBezTo>
                    <a:pt x="327184" y="4197573"/>
                    <a:pt x="0" y="4197573"/>
                    <a:pt x="0" y="4705065"/>
                  </a:cubicBezTo>
                  <a:cubicBezTo>
                    <a:pt x="0" y="4843177"/>
                    <a:pt x="24289" y="4943666"/>
                    <a:pt x="59531" y="5027105"/>
                  </a:cubicBezTo>
                  <a:lnTo>
                    <a:pt x="1513998" y="5027105"/>
                  </a:lnTo>
                  <a:lnTo>
                    <a:pt x="1513998" y="0"/>
                  </a:lnTo>
                  <a:lnTo>
                    <a:pt x="2455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-235575" y="-160021"/>
              <a:ext cx="10824804" cy="5628174"/>
              <a:chOff x="-235575" y="-160021"/>
              <a:chExt cx="10824804" cy="5628174"/>
            </a:xfrm>
          </p:grpSpPr>
          <p:grpSp>
            <p:nvGrpSpPr>
              <p:cNvPr id="12" name="Google Shape;12;p2"/>
              <p:cNvGrpSpPr/>
              <p:nvPr/>
            </p:nvGrpSpPr>
            <p:grpSpPr>
              <a:xfrm>
                <a:off x="-235575" y="326491"/>
                <a:ext cx="1298070" cy="485159"/>
                <a:chOff x="540500" y="421329"/>
                <a:chExt cx="1298070" cy="485159"/>
              </a:xfrm>
            </p:grpSpPr>
            <p:sp>
              <p:nvSpPr>
                <p:cNvPr id="13" name="Google Shape;13;p2"/>
                <p:cNvSpPr/>
                <p:nvPr/>
              </p:nvSpPr>
              <p:spPr>
                <a:xfrm>
                  <a:off x="540500" y="421329"/>
                  <a:ext cx="1298070" cy="203406"/>
                </a:xfrm>
                <a:custGeom>
                  <a:rect b="b" l="l" r="r" t="t"/>
                  <a:pathLst>
                    <a:path extrusionOk="0" h="146335" w="933863">
                      <a:moveTo>
                        <a:pt x="0" y="146335"/>
                      </a:moveTo>
                      <a:lnTo>
                        <a:pt x="0" y="50156"/>
                      </a:lnTo>
                      <a:cubicBezTo>
                        <a:pt x="24770" y="50156"/>
                        <a:pt x="34344" y="43955"/>
                        <a:pt x="51789" y="32749"/>
                      </a:cubicBezTo>
                      <a:cubicBezTo>
                        <a:pt x="73222" y="18931"/>
                        <a:pt x="102598" y="0"/>
                        <a:pt x="155692" y="0"/>
                      </a:cubicBezTo>
                      <a:cubicBezTo>
                        <a:pt x="208786" y="0"/>
                        <a:pt x="238126" y="18931"/>
                        <a:pt x="259596" y="32749"/>
                      </a:cubicBezTo>
                      <a:cubicBezTo>
                        <a:pt x="277004" y="43991"/>
                        <a:pt x="286614" y="50156"/>
                        <a:pt x="311384" y="50156"/>
                      </a:cubicBezTo>
                      <a:cubicBezTo>
                        <a:pt x="336154" y="50156"/>
                        <a:pt x="345729" y="43955"/>
                        <a:pt x="363137" y="32749"/>
                      </a:cubicBezTo>
                      <a:cubicBezTo>
                        <a:pt x="384570" y="18931"/>
                        <a:pt x="413946" y="0"/>
                        <a:pt x="467004" y="0"/>
                      </a:cubicBezTo>
                      <a:cubicBezTo>
                        <a:pt x="520062" y="0"/>
                        <a:pt x="549438" y="18931"/>
                        <a:pt x="570871" y="32749"/>
                      </a:cubicBezTo>
                      <a:cubicBezTo>
                        <a:pt x="588279" y="43991"/>
                        <a:pt x="597890" y="50156"/>
                        <a:pt x="622624" y="50156"/>
                      </a:cubicBezTo>
                      <a:cubicBezTo>
                        <a:pt x="647358" y="50156"/>
                        <a:pt x="656968" y="43955"/>
                        <a:pt x="674376" y="32749"/>
                      </a:cubicBezTo>
                      <a:cubicBezTo>
                        <a:pt x="695810" y="18931"/>
                        <a:pt x="725185" y="0"/>
                        <a:pt x="778243" y="0"/>
                      </a:cubicBezTo>
                      <a:cubicBezTo>
                        <a:pt x="831301" y="0"/>
                        <a:pt x="860677" y="18931"/>
                        <a:pt x="882111" y="32749"/>
                      </a:cubicBezTo>
                      <a:cubicBezTo>
                        <a:pt x="899519" y="43991"/>
                        <a:pt x="909129" y="50156"/>
                        <a:pt x="933863" y="50156"/>
                      </a:cubicBezTo>
                      <a:lnTo>
                        <a:pt x="933863" y="146335"/>
                      </a:lnTo>
                      <a:cubicBezTo>
                        <a:pt x="880805" y="146335"/>
                        <a:pt x="851429" y="127404"/>
                        <a:pt x="829996" y="113587"/>
                      </a:cubicBezTo>
                      <a:cubicBezTo>
                        <a:pt x="812588" y="102344"/>
                        <a:pt x="802977" y="96179"/>
                        <a:pt x="778243" y="96179"/>
                      </a:cubicBezTo>
                      <a:cubicBezTo>
                        <a:pt x="753510" y="96179"/>
                        <a:pt x="743899" y="102380"/>
                        <a:pt x="726491" y="113587"/>
                      </a:cubicBezTo>
                      <a:cubicBezTo>
                        <a:pt x="705058" y="127404"/>
                        <a:pt x="675682" y="146335"/>
                        <a:pt x="622624" y="146335"/>
                      </a:cubicBezTo>
                      <a:cubicBezTo>
                        <a:pt x="569566" y="146335"/>
                        <a:pt x="540190" y="127404"/>
                        <a:pt x="518756" y="113587"/>
                      </a:cubicBezTo>
                      <a:cubicBezTo>
                        <a:pt x="501348" y="102344"/>
                        <a:pt x="491738" y="96179"/>
                        <a:pt x="467004" y="96179"/>
                      </a:cubicBezTo>
                      <a:cubicBezTo>
                        <a:pt x="442270" y="96179"/>
                        <a:pt x="432660" y="102380"/>
                        <a:pt x="415252" y="113587"/>
                      </a:cubicBezTo>
                      <a:cubicBezTo>
                        <a:pt x="393818" y="127404"/>
                        <a:pt x="364442" y="146335"/>
                        <a:pt x="311384" y="146335"/>
                      </a:cubicBezTo>
                      <a:cubicBezTo>
                        <a:pt x="258326" y="146335"/>
                        <a:pt x="228951" y="127404"/>
                        <a:pt x="207481" y="113587"/>
                      </a:cubicBezTo>
                      <a:cubicBezTo>
                        <a:pt x="190073" y="102344"/>
                        <a:pt x="180462" y="96179"/>
                        <a:pt x="155692" y="96179"/>
                      </a:cubicBezTo>
                      <a:cubicBezTo>
                        <a:pt x="130922" y="96179"/>
                        <a:pt x="121348" y="102380"/>
                        <a:pt x="103904" y="113587"/>
                      </a:cubicBezTo>
                      <a:cubicBezTo>
                        <a:pt x="82470" y="127404"/>
                        <a:pt x="53094" y="146335"/>
                        <a:pt x="0" y="14633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540500" y="703082"/>
                  <a:ext cx="1298070" cy="203406"/>
                </a:xfrm>
                <a:custGeom>
                  <a:rect b="b" l="l" r="r" t="t"/>
                  <a:pathLst>
                    <a:path extrusionOk="0" h="146335" w="933863">
                      <a:moveTo>
                        <a:pt x="0" y="146336"/>
                      </a:moveTo>
                      <a:lnTo>
                        <a:pt x="0" y="50157"/>
                      </a:lnTo>
                      <a:cubicBezTo>
                        <a:pt x="24770" y="50157"/>
                        <a:pt x="34344" y="43955"/>
                        <a:pt x="51789" y="32749"/>
                      </a:cubicBezTo>
                      <a:cubicBezTo>
                        <a:pt x="73222" y="18931"/>
                        <a:pt x="102598" y="0"/>
                        <a:pt x="155692" y="0"/>
                      </a:cubicBezTo>
                      <a:cubicBezTo>
                        <a:pt x="208786" y="0"/>
                        <a:pt x="238126" y="18931"/>
                        <a:pt x="259596" y="32749"/>
                      </a:cubicBezTo>
                      <a:cubicBezTo>
                        <a:pt x="277004" y="43991"/>
                        <a:pt x="286614" y="50157"/>
                        <a:pt x="311384" y="50157"/>
                      </a:cubicBezTo>
                      <a:cubicBezTo>
                        <a:pt x="336154" y="50157"/>
                        <a:pt x="345729" y="43955"/>
                        <a:pt x="363137" y="32749"/>
                      </a:cubicBezTo>
                      <a:cubicBezTo>
                        <a:pt x="384570" y="18931"/>
                        <a:pt x="413946" y="0"/>
                        <a:pt x="467004" y="0"/>
                      </a:cubicBezTo>
                      <a:cubicBezTo>
                        <a:pt x="520062" y="0"/>
                        <a:pt x="549438" y="18931"/>
                        <a:pt x="570871" y="32749"/>
                      </a:cubicBezTo>
                      <a:cubicBezTo>
                        <a:pt x="588279" y="43991"/>
                        <a:pt x="597890" y="50157"/>
                        <a:pt x="622624" y="50157"/>
                      </a:cubicBezTo>
                      <a:cubicBezTo>
                        <a:pt x="647358" y="50157"/>
                        <a:pt x="656968" y="43955"/>
                        <a:pt x="674376" y="32749"/>
                      </a:cubicBezTo>
                      <a:cubicBezTo>
                        <a:pt x="695810" y="18931"/>
                        <a:pt x="725185" y="0"/>
                        <a:pt x="778243" y="0"/>
                      </a:cubicBezTo>
                      <a:cubicBezTo>
                        <a:pt x="831301" y="0"/>
                        <a:pt x="860677" y="18931"/>
                        <a:pt x="882111" y="32749"/>
                      </a:cubicBezTo>
                      <a:cubicBezTo>
                        <a:pt x="899519" y="43991"/>
                        <a:pt x="909129" y="50157"/>
                        <a:pt x="933863" y="50157"/>
                      </a:cubicBezTo>
                      <a:lnTo>
                        <a:pt x="933863" y="146336"/>
                      </a:lnTo>
                      <a:cubicBezTo>
                        <a:pt x="880805" y="146336"/>
                        <a:pt x="851429" y="127404"/>
                        <a:pt x="829996" y="113587"/>
                      </a:cubicBezTo>
                      <a:cubicBezTo>
                        <a:pt x="812588" y="102344"/>
                        <a:pt x="802977" y="96179"/>
                        <a:pt x="778243" y="96179"/>
                      </a:cubicBezTo>
                      <a:cubicBezTo>
                        <a:pt x="753510" y="96179"/>
                        <a:pt x="743899" y="102381"/>
                        <a:pt x="726491" y="113587"/>
                      </a:cubicBezTo>
                      <a:cubicBezTo>
                        <a:pt x="705058" y="127404"/>
                        <a:pt x="675682" y="146336"/>
                        <a:pt x="622624" y="146336"/>
                      </a:cubicBezTo>
                      <a:cubicBezTo>
                        <a:pt x="569566" y="146336"/>
                        <a:pt x="540190" y="127404"/>
                        <a:pt x="518756" y="113587"/>
                      </a:cubicBezTo>
                      <a:cubicBezTo>
                        <a:pt x="501348" y="102344"/>
                        <a:pt x="491738" y="96179"/>
                        <a:pt x="467004" y="96179"/>
                      </a:cubicBezTo>
                      <a:cubicBezTo>
                        <a:pt x="442270" y="96179"/>
                        <a:pt x="432660" y="102381"/>
                        <a:pt x="415252" y="113587"/>
                      </a:cubicBezTo>
                      <a:cubicBezTo>
                        <a:pt x="393818" y="127404"/>
                        <a:pt x="364442" y="146336"/>
                        <a:pt x="311384" y="146336"/>
                      </a:cubicBezTo>
                      <a:cubicBezTo>
                        <a:pt x="258326" y="146336"/>
                        <a:pt x="228951" y="127404"/>
                        <a:pt x="207481" y="113587"/>
                      </a:cubicBezTo>
                      <a:cubicBezTo>
                        <a:pt x="190073" y="102344"/>
                        <a:pt x="180462" y="96179"/>
                        <a:pt x="155692" y="96179"/>
                      </a:cubicBezTo>
                      <a:cubicBezTo>
                        <a:pt x="130922" y="96179"/>
                        <a:pt x="121348" y="102381"/>
                        <a:pt x="103904" y="113587"/>
                      </a:cubicBezTo>
                      <a:cubicBezTo>
                        <a:pt x="82470" y="127404"/>
                        <a:pt x="53094" y="146336"/>
                        <a:pt x="0" y="14633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" name="Google Shape;15;p2"/>
              <p:cNvSpPr/>
              <p:nvPr/>
            </p:nvSpPr>
            <p:spPr>
              <a:xfrm>
                <a:off x="1062502" y="4584750"/>
                <a:ext cx="418382" cy="418382"/>
              </a:xfrm>
              <a:custGeom>
                <a:rect b="b" l="l" r="r" t="t"/>
                <a:pathLst>
                  <a:path extrusionOk="0" h="342936" w="342936">
                    <a:moveTo>
                      <a:pt x="171468" y="0"/>
                    </a:moveTo>
                    <a:cubicBezTo>
                      <a:pt x="76776" y="0"/>
                      <a:pt x="0" y="76776"/>
                      <a:pt x="0" y="171468"/>
                    </a:cubicBezTo>
                    <a:cubicBezTo>
                      <a:pt x="0" y="266160"/>
                      <a:pt x="76776" y="342936"/>
                      <a:pt x="171468" y="342936"/>
                    </a:cubicBezTo>
                    <a:cubicBezTo>
                      <a:pt x="266160" y="342936"/>
                      <a:pt x="342936" y="266160"/>
                      <a:pt x="342936" y="171468"/>
                    </a:cubicBezTo>
                    <a:cubicBezTo>
                      <a:pt x="342936" y="76776"/>
                      <a:pt x="266160" y="0"/>
                      <a:pt x="171468" y="0"/>
                    </a:cubicBezTo>
                    <a:close/>
                    <a:moveTo>
                      <a:pt x="171468" y="281863"/>
                    </a:moveTo>
                    <a:cubicBezTo>
                      <a:pt x="110504" y="281863"/>
                      <a:pt x="61073" y="232432"/>
                      <a:pt x="61073" y="171468"/>
                    </a:cubicBezTo>
                    <a:cubicBezTo>
                      <a:pt x="61073" y="110504"/>
                      <a:pt x="110504" y="61073"/>
                      <a:pt x="171468" y="61073"/>
                    </a:cubicBezTo>
                    <a:cubicBezTo>
                      <a:pt x="232432" y="61073"/>
                      <a:pt x="281863" y="110504"/>
                      <a:pt x="281863" y="171468"/>
                    </a:cubicBezTo>
                    <a:cubicBezTo>
                      <a:pt x="281863" y="232432"/>
                      <a:pt x="232432" y="281863"/>
                      <a:pt x="171468" y="281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" name="Google Shape;16;p2"/>
              <p:cNvGrpSpPr/>
              <p:nvPr/>
            </p:nvGrpSpPr>
            <p:grpSpPr>
              <a:xfrm>
                <a:off x="8653822" y="421334"/>
                <a:ext cx="1085831" cy="675413"/>
                <a:chOff x="4274895" y="3528397"/>
                <a:chExt cx="740272" cy="460467"/>
              </a:xfrm>
            </p:grpSpPr>
            <p:sp>
              <p:nvSpPr>
                <p:cNvPr id="17" name="Google Shape;17;p2"/>
                <p:cNvSpPr/>
                <p:nvPr/>
              </p:nvSpPr>
              <p:spPr>
                <a:xfrm>
                  <a:off x="4274895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" name="Google Shape;18;p2"/>
                <p:cNvSpPr/>
                <p:nvPr/>
              </p:nvSpPr>
              <p:spPr>
                <a:xfrm>
                  <a:off x="4410106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" name="Google Shape;19;p2"/>
                <p:cNvSpPr/>
                <p:nvPr/>
              </p:nvSpPr>
              <p:spPr>
                <a:xfrm>
                  <a:off x="4545290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4680500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4815711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4950513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1659272" y="-160021"/>
                <a:ext cx="1425966" cy="712982"/>
                <a:chOff x="6083802" y="754477"/>
                <a:chExt cx="1350730" cy="675364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6083802" y="754477"/>
                  <a:ext cx="1350730" cy="675364"/>
                </a:xfrm>
                <a:custGeom>
                  <a:rect b="b" l="l" r="r" t="t"/>
                  <a:pathLst>
                    <a:path extrusionOk="0" h="601661" w="1203323">
                      <a:moveTo>
                        <a:pt x="1101196" y="0"/>
                      </a:moveTo>
                      <a:cubicBezTo>
                        <a:pt x="1101196" y="275880"/>
                        <a:pt x="877541" y="499535"/>
                        <a:pt x="601661" y="499535"/>
                      </a:cubicBezTo>
                      <a:cubicBezTo>
                        <a:pt x="325782" y="499535"/>
                        <a:pt x="102126" y="275880"/>
                        <a:pt x="102126" y="0"/>
                      </a:cubicBezTo>
                      <a:lnTo>
                        <a:pt x="0" y="0"/>
                      </a:lnTo>
                      <a:cubicBezTo>
                        <a:pt x="0" y="332274"/>
                        <a:pt x="269388" y="601662"/>
                        <a:pt x="601661" y="601662"/>
                      </a:cubicBezTo>
                      <a:cubicBezTo>
                        <a:pt x="933936" y="601662"/>
                        <a:pt x="1203324" y="332274"/>
                        <a:pt x="1203324" y="0"/>
                      </a:cubicBezTo>
                      <a:lnTo>
                        <a:pt x="110119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6393993" y="754477"/>
                  <a:ext cx="776975" cy="388487"/>
                </a:xfrm>
                <a:custGeom>
                  <a:rect b="b" l="l" r="r" t="t"/>
                  <a:pathLst>
                    <a:path extrusionOk="0" h="346091" w="692183">
                      <a:moveTo>
                        <a:pt x="346091" y="222858"/>
                      </a:moveTo>
                      <a:cubicBezTo>
                        <a:pt x="223003" y="222858"/>
                        <a:pt x="123234" y="123089"/>
                        <a:pt x="123234" y="0"/>
                      </a:cubicBezTo>
                      <a:lnTo>
                        <a:pt x="0" y="0"/>
                      </a:lnTo>
                      <a:cubicBezTo>
                        <a:pt x="0" y="191161"/>
                        <a:pt x="154967" y="346091"/>
                        <a:pt x="346091" y="346091"/>
                      </a:cubicBezTo>
                      <a:cubicBezTo>
                        <a:pt x="537216" y="346091"/>
                        <a:pt x="692183" y="191125"/>
                        <a:pt x="692183" y="0"/>
                      </a:cubicBezTo>
                      <a:lnTo>
                        <a:pt x="568949" y="0"/>
                      </a:lnTo>
                      <a:cubicBezTo>
                        <a:pt x="568949" y="123089"/>
                        <a:pt x="469180" y="222858"/>
                        <a:pt x="346091" y="22285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" name="Google Shape;26;p2"/>
              <p:cNvSpPr/>
              <p:nvPr/>
            </p:nvSpPr>
            <p:spPr>
              <a:xfrm>
                <a:off x="6533780" y="4251802"/>
                <a:ext cx="337509" cy="337509"/>
              </a:xfrm>
              <a:custGeom>
                <a:rect b="b" l="l" r="r" t="t"/>
                <a:pathLst>
                  <a:path extrusionOk="0" h="207698" w="207698">
                    <a:moveTo>
                      <a:pt x="207698" y="89035"/>
                    </a:moveTo>
                    <a:lnTo>
                      <a:pt x="139590" y="89035"/>
                    </a:lnTo>
                    <a:lnTo>
                      <a:pt x="187752" y="40909"/>
                    </a:lnTo>
                    <a:lnTo>
                      <a:pt x="166790" y="19947"/>
                    </a:lnTo>
                    <a:lnTo>
                      <a:pt x="118664" y="68072"/>
                    </a:lnTo>
                    <a:lnTo>
                      <a:pt x="118664" y="0"/>
                    </a:lnTo>
                    <a:lnTo>
                      <a:pt x="89034" y="0"/>
                    </a:lnTo>
                    <a:lnTo>
                      <a:pt x="89034" y="68072"/>
                    </a:lnTo>
                    <a:lnTo>
                      <a:pt x="40872" y="19947"/>
                    </a:lnTo>
                    <a:lnTo>
                      <a:pt x="19947" y="40909"/>
                    </a:lnTo>
                    <a:lnTo>
                      <a:pt x="68072" y="89035"/>
                    </a:lnTo>
                    <a:lnTo>
                      <a:pt x="0" y="89035"/>
                    </a:lnTo>
                    <a:lnTo>
                      <a:pt x="0" y="118664"/>
                    </a:lnTo>
                    <a:lnTo>
                      <a:pt x="68072" y="118664"/>
                    </a:lnTo>
                    <a:lnTo>
                      <a:pt x="19947" y="166790"/>
                    </a:lnTo>
                    <a:lnTo>
                      <a:pt x="40872" y="187752"/>
                    </a:lnTo>
                    <a:lnTo>
                      <a:pt x="89034" y="139626"/>
                    </a:lnTo>
                    <a:lnTo>
                      <a:pt x="89034" y="207698"/>
                    </a:lnTo>
                    <a:lnTo>
                      <a:pt x="118664" y="207698"/>
                    </a:lnTo>
                    <a:lnTo>
                      <a:pt x="118664" y="139626"/>
                    </a:lnTo>
                    <a:lnTo>
                      <a:pt x="166790" y="187752"/>
                    </a:lnTo>
                    <a:lnTo>
                      <a:pt x="187752" y="166790"/>
                    </a:lnTo>
                    <a:lnTo>
                      <a:pt x="139590" y="118664"/>
                    </a:lnTo>
                    <a:lnTo>
                      <a:pt x="207698" y="118664"/>
                    </a:lnTo>
                    <a:lnTo>
                      <a:pt x="207698" y="890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252996" y="444356"/>
                <a:ext cx="249385" cy="249425"/>
              </a:xfrm>
              <a:custGeom>
                <a:rect b="b" l="l" r="r" t="t"/>
                <a:pathLst>
                  <a:path extrusionOk="0" h="224707" w="224671">
                    <a:moveTo>
                      <a:pt x="224671" y="96324"/>
                    </a:moveTo>
                    <a:lnTo>
                      <a:pt x="128384" y="96324"/>
                    </a:lnTo>
                    <a:lnTo>
                      <a:pt x="128384" y="0"/>
                    </a:lnTo>
                    <a:lnTo>
                      <a:pt x="96324" y="0"/>
                    </a:lnTo>
                    <a:lnTo>
                      <a:pt x="96324" y="96324"/>
                    </a:lnTo>
                    <a:lnTo>
                      <a:pt x="0" y="96324"/>
                    </a:lnTo>
                    <a:lnTo>
                      <a:pt x="0" y="128384"/>
                    </a:lnTo>
                    <a:lnTo>
                      <a:pt x="96324" y="128384"/>
                    </a:lnTo>
                    <a:lnTo>
                      <a:pt x="96324" y="224707"/>
                    </a:lnTo>
                    <a:lnTo>
                      <a:pt x="128384" y="224707"/>
                    </a:lnTo>
                    <a:lnTo>
                      <a:pt x="128384" y="128384"/>
                    </a:lnTo>
                    <a:lnTo>
                      <a:pt x="224671" y="128384"/>
                    </a:lnTo>
                    <a:lnTo>
                      <a:pt x="224671" y="963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423526" y="4385303"/>
                <a:ext cx="2165703" cy="1082851"/>
              </a:xfrm>
              <a:custGeom>
                <a:rect b="b" l="l" r="r" t="t"/>
                <a:pathLst>
                  <a:path extrusionOk="0" h="535402" w="1070805">
                    <a:moveTo>
                      <a:pt x="90884" y="535403"/>
                    </a:moveTo>
                    <a:cubicBezTo>
                      <a:pt x="90884" y="289915"/>
                      <a:pt x="289914" y="90884"/>
                      <a:pt x="535402" y="90884"/>
                    </a:cubicBezTo>
                    <a:cubicBezTo>
                      <a:pt x="780890" y="90884"/>
                      <a:pt x="979921" y="289915"/>
                      <a:pt x="979921" y="535403"/>
                    </a:cubicBezTo>
                    <a:lnTo>
                      <a:pt x="1070806" y="535403"/>
                    </a:lnTo>
                    <a:cubicBezTo>
                      <a:pt x="1070806" y="239722"/>
                      <a:pt x="831120" y="0"/>
                      <a:pt x="535402" y="0"/>
                    </a:cubicBezTo>
                    <a:cubicBezTo>
                      <a:pt x="239685" y="0"/>
                      <a:pt x="0" y="239685"/>
                      <a:pt x="0" y="535403"/>
                    </a:cubicBezTo>
                    <a:lnTo>
                      <a:pt x="90884" y="53540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9023063" y="4984914"/>
                <a:ext cx="964834" cy="482415"/>
              </a:xfrm>
              <a:custGeom>
                <a:rect b="b" l="l" r="r" t="t"/>
                <a:pathLst>
                  <a:path extrusionOk="0" h="238524" w="477050">
                    <a:moveTo>
                      <a:pt x="238525" y="84936"/>
                    </a:moveTo>
                    <a:cubicBezTo>
                      <a:pt x="323353" y="84936"/>
                      <a:pt x="392114" y="153698"/>
                      <a:pt x="392114" y="238525"/>
                    </a:cubicBezTo>
                    <a:lnTo>
                      <a:pt x="477050" y="238525"/>
                    </a:lnTo>
                    <a:cubicBezTo>
                      <a:pt x="477050" y="106805"/>
                      <a:pt x="370282" y="0"/>
                      <a:pt x="238525" y="0"/>
                    </a:cubicBezTo>
                    <a:cubicBezTo>
                      <a:pt x="106769" y="0"/>
                      <a:pt x="0" y="106769"/>
                      <a:pt x="0" y="238525"/>
                    </a:cubicBezTo>
                    <a:lnTo>
                      <a:pt x="84937" y="238525"/>
                    </a:lnTo>
                    <a:cubicBezTo>
                      <a:pt x="84937" y="153698"/>
                      <a:pt x="153698" y="84936"/>
                      <a:pt x="238525" y="8493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7021176" y="4251788"/>
                <a:ext cx="713012" cy="713012"/>
              </a:xfrm>
              <a:custGeom>
                <a:rect b="b" l="l" r="r" t="t"/>
                <a:pathLst>
                  <a:path extrusionOk="0" h="836378" w="836378">
                    <a:moveTo>
                      <a:pt x="836379" y="418189"/>
                    </a:moveTo>
                    <a:cubicBezTo>
                      <a:pt x="836379" y="649149"/>
                      <a:pt x="649149" y="836379"/>
                      <a:pt x="418189" y="836379"/>
                    </a:cubicBezTo>
                    <a:cubicBezTo>
                      <a:pt x="187229" y="836379"/>
                      <a:pt x="0" y="649149"/>
                      <a:pt x="0" y="418189"/>
                    </a:cubicBezTo>
                    <a:cubicBezTo>
                      <a:pt x="0" y="187230"/>
                      <a:pt x="187229" y="0"/>
                      <a:pt x="418189" y="0"/>
                    </a:cubicBezTo>
                    <a:cubicBezTo>
                      <a:pt x="649149" y="0"/>
                      <a:pt x="836379" y="187230"/>
                      <a:pt x="836379" y="41818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" name="Google Shape;31;p2"/>
          <p:cNvSpPr txBox="1"/>
          <p:nvPr>
            <p:ph type="ctrTitle"/>
          </p:nvPr>
        </p:nvSpPr>
        <p:spPr>
          <a:xfrm>
            <a:off x="847450" y="1594800"/>
            <a:ext cx="5992500" cy="19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3"/>
          <p:cNvGrpSpPr/>
          <p:nvPr/>
        </p:nvGrpSpPr>
        <p:grpSpPr>
          <a:xfrm>
            <a:off x="-2758140" y="-1557508"/>
            <a:ext cx="14660280" cy="6867999"/>
            <a:chOff x="-2758140" y="-1557508"/>
            <a:chExt cx="14660280" cy="6867999"/>
          </a:xfrm>
        </p:grpSpPr>
        <p:grpSp>
          <p:nvGrpSpPr>
            <p:cNvPr id="34" name="Google Shape;34;p3"/>
            <p:cNvGrpSpPr/>
            <p:nvPr/>
          </p:nvGrpSpPr>
          <p:grpSpPr>
            <a:xfrm>
              <a:off x="-2758140" y="-1557508"/>
              <a:ext cx="14660280" cy="2441322"/>
              <a:chOff x="-3148866" y="-1557508"/>
              <a:chExt cx="14660280" cy="2441322"/>
            </a:xfrm>
          </p:grpSpPr>
          <p:sp>
            <p:nvSpPr>
              <p:cNvPr id="35" name="Google Shape;35;p3"/>
              <p:cNvSpPr/>
              <p:nvPr/>
            </p:nvSpPr>
            <p:spPr>
              <a:xfrm rot="-5400000">
                <a:off x="-316424" y="-4389950"/>
                <a:ext cx="2441322" cy="8106205"/>
              </a:xfrm>
              <a:custGeom>
                <a:rect b="b" l="l" r="r" t="t"/>
                <a:pathLst>
                  <a:path extrusionOk="0" h="5027104" w="1513998">
                    <a:moveTo>
                      <a:pt x="245650" y="0"/>
                    </a:moveTo>
                    <a:cubicBezTo>
                      <a:pt x="148780" y="191834"/>
                      <a:pt x="0" y="303276"/>
                      <a:pt x="0" y="645414"/>
                    </a:cubicBezTo>
                    <a:cubicBezTo>
                      <a:pt x="0" y="1152811"/>
                      <a:pt x="327184" y="1152811"/>
                      <a:pt x="327184" y="1660303"/>
                    </a:cubicBezTo>
                    <a:cubicBezTo>
                      <a:pt x="327184" y="2167795"/>
                      <a:pt x="0" y="2167795"/>
                      <a:pt x="0" y="2675191"/>
                    </a:cubicBezTo>
                    <a:cubicBezTo>
                      <a:pt x="0" y="3182588"/>
                      <a:pt x="327184" y="3182588"/>
                      <a:pt x="327184" y="3690080"/>
                    </a:cubicBezTo>
                    <a:cubicBezTo>
                      <a:pt x="327184" y="4197573"/>
                      <a:pt x="0" y="4197573"/>
                      <a:pt x="0" y="4705065"/>
                    </a:cubicBezTo>
                    <a:cubicBezTo>
                      <a:pt x="0" y="4843177"/>
                      <a:pt x="24289" y="4943666"/>
                      <a:pt x="59531" y="5027105"/>
                    </a:cubicBezTo>
                    <a:lnTo>
                      <a:pt x="1513998" y="5027105"/>
                    </a:lnTo>
                    <a:lnTo>
                      <a:pt x="1513998" y="0"/>
                    </a:lnTo>
                    <a:lnTo>
                      <a:pt x="2455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 rot="-5400000">
                <a:off x="6237651" y="-4389950"/>
                <a:ext cx="2441322" cy="8106205"/>
              </a:xfrm>
              <a:custGeom>
                <a:rect b="b" l="l" r="r" t="t"/>
                <a:pathLst>
                  <a:path extrusionOk="0" h="5027104" w="1513998">
                    <a:moveTo>
                      <a:pt x="245650" y="0"/>
                    </a:moveTo>
                    <a:cubicBezTo>
                      <a:pt x="148780" y="191834"/>
                      <a:pt x="0" y="303276"/>
                      <a:pt x="0" y="645414"/>
                    </a:cubicBezTo>
                    <a:cubicBezTo>
                      <a:pt x="0" y="1152811"/>
                      <a:pt x="327184" y="1152811"/>
                      <a:pt x="327184" y="1660303"/>
                    </a:cubicBezTo>
                    <a:cubicBezTo>
                      <a:pt x="327184" y="2167795"/>
                      <a:pt x="0" y="2167795"/>
                      <a:pt x="0" y="2675191"/>
                    </a:cubicBezTo>
                    <a:cubicBezTo>
                      <a:pt x="0" y="3182588"/>
                      <a:pt x="327184" y="3182588"/>
                      <a:pt x="327184" y="3690080"/>
                    </a:cubicBezTo>
                    <a:cubicBezTo>
                      <a:pt x="327184" y="4197573"/>
                      <a:pt x="0" y="4197573"/>
                      <a:pt x="0" y="4705065"/>
                    </a:cubicBezTo>
                    <a:cubicBezTo>
                      <a:pt x="0" y="4843177"/>
                      <a:pt x="24289" y="4943666"/>
                      <a:pt x="59531" y="5027105"/>
                    </a:cubicBezTo>
                    <a:lnTo>
                      <a:pt x="1513998" y="5027105"/>
                    </a:lnTo>
                    <a:lnTo>
                      <a:pt x="1513998" y="0"/>
                    </a:lnTo>
                    <a:lnTo>
                      <a:pt x="2455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" name="Google Shape;37;p3"/>
            <p:cNvGrpSpPr/>
            <p:nvPr/>
          </p:nvGrpSpPr>
          <p:grpSpPr>
            <a:xfrm>
              <a:off x="93902" y="-585149"/>
              <a:ext cx="8806826" cy="5895640"/>
              <a:chOff x="93902" y="-585149"/>
              <a:chExt cx="8806826" cy="5895640"/>
            </a:xfrm>
          </p:grpSpPr>
          <p:sp>
            <p:nvSpPr>
              <p:cNvPr id="38" name="Google Shape;38;p3"/>
              <p:cNvSpPr/>
              <p:nvPr/>
            </p:nvSpPr>
            <p:spPr>
              <a:xfrm flipH="1">
                <a:off x="461786" y="980024"/>
                <a:ext cx="251315" cy="251315"/>
              </a:xfrm>
              <a:custGeom>
                <a:rect b="b" l="l" r="r" t="t"/>
                <a:pathLst>
                  <a:path extrusionOk="0" h="207698" w="207698">
                    <a:moveTo>
                      <a:pt x="207698" y="89035"/>
                    </a:moveTo>
                    <a:lnTo>
                      <a:pt x="139590" y="89035"/>
                    </a:lnTo>
                    <a:lnTo>
                      <a:pt x="187752" y="40909"/>
                    </a:lnTo>
                    <a:lnTo>
                      <a:pt x="166790" y="19947"/>
                    </a:lnTo>
                    <a:lnTo>
                      <a:pt x="118664" y="68072"/>
                    </a:lnTo>
                    <a:lnTo>
                      <a:pt x="118664" y="0"/>
                    </a:lnTo>
                    <a:lnTo>
                      <a:pt x="89034" y="0"/>
                    </a:lnTo>
                    <a:lnTo>
                      <a:pt x="89034" y="68072"/>
                    </a:lnTo>
                    <a:lnTo>
                      <a:pt x="40872" y="19947"/>
                    </a:lnTo>
                    <a:lnTo>
                      <a:pt x="19947" y="40909"/>
                    </a:lnTo>
                    <a:lnTo>
                      <a:pt x="68072" y="89035"/>
                    </a:lnTo>
                    <a:lnTo>
                      <a:pt x="0" y="89035"/>
                    </a:lnTo>
                    <a:lnTo>
                      <a:pt x="0" y="118664"/>
                    </a:lnTo>
                    <a:lnTo>
                      <a:pt x="68072" y="118664"/>
                    </a:lnTo>
                    <a:lnTo>
                      <a:pt x="19947" y="166790"/>
                    </a:lnTo>
                    <a:lnTo>
                      <a:pt x="40872" y="187752"/>
                    </a:lnTo>
                    <a:lnTo>
                      <a:pt x="89034" y="139626"/>
                    </a:lnTo>
                    <a:lnTo>
                      <a:pt x="89034" y="207698"/>
                    </a:lnTo>
                    <a:lnTo>
                      <a:pt x="118664" y="207698"/>
                    </a:lnTo>
                    <a:lnTo>
                      <a:pt x="118664" y="139626"/>
                    </a:lnTo>
                    <a:lnTo>
                      <a:pt x="166790" y="187752"/>
                    </a:lnTo>
                    <a:lnTo>
                      <a:pt x="187752" y="166790"/>
                    </a:lnTo>
                    <a:lnTo>
                      <a:pt x="139590" y="118664"/>
                    </a:lnTo>
                    <a:lnTo>
                      <a:pt x="207698" y="118664"/>
                    </a:lnTo>
                    <a:lnTo>
                      <a:pt x="207698" y="890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" name="Google Shape;39;p3"/>
              <p:cNvGrpSpPr/>
              <p:nvPr/>
            </p:nvGrpSpPr>
            <p:grpSpPr>
              <a:xfrm rot="5400000">
                <a:off x="8024436" y="1550521"/>
                <a:ext cx="1275844" cy="476741"/>
                <a:chOff x="1029776" y="-2882299"/>
                <a:chExt cx="700397" cy="261744"/>
              </a:xfrm>
            </p:grpSpPr>
            <p:sp>
              <p:nvSpPr>
                <p:cNvPr id="40" name="Google Shape;40;p3"/>
                <p:cNvSpPr/>
                <p:nvPr/>
              </p:nvSpPr>
              <p:spPr>
                <a:xfrm>
                  <a:off x="1029776" y="-2882299"/>
                  <a:ext cx="700397" cy="109751"/>
                </a:xfrm>
                <a:custGeom>
                  <a:rect b="b" l="l" r="r" t="t"/>
                  <a:pathLst>
                    <a:path extrusionOk="0" h="146335" w="933863">
                      <a:moveTo>
                        <a:pt x="0" y="146335"/>
                      </a:moveTo>
                      <a:lnTo>
                        <a:pt x="0" y="50156"/>
                      </a:lnTo>
                      <a:cubicBezTo>
                        <a:pt x="24770" y="50156"/>
                        <a:pt x="34344" y="43955"/>
                        <a:pt x="51789" y="32749"/>
                      </a:cubicBezTo>
                      <a:cubicBezTo>
                        <a:pt x="73222" y="18931"/>
                        <a:pt x="102598" y="0"/>
                        <a:pt x="155692" y="0"/>
                      </a:cubicBezTo>
                      <a:cubicBezTo>
                        <a:pt x="208786" y="0"/>
                        <a:pt x="238126" y="18931"/>
                        <a:pt x="259596" y="32749"/>
                      </a:cubicBezTo>
                      <a:cubicBezTo>
                        <a:pt x="277004" y="43991"/>
                        <a:pt x="286614" y="50156"/>
                        <a:pt x="311384" y="50156"/>
                      </a:cubicBezTo>
                      <a:cubicBezTo>
                        <a:pt x="336154" y="50156"/>
                        <a:pt x="345729" y="43955"/>
                        <a:pt x="363137" y="32749"/>
                      </a:cubicBezTo>
                      <a:cubicBezTo>
                        <a:pt x="384570" y="18931"/>
                        <a:pt x="413946" y="0"/>
                        <a:pt x="467004" y="0"/>
                      </a:cubicBezTo>
                      <a:cubicBezTo>
                        <a:pt x="520062" y="0"/>
                        <a:pt x="549438" y="18931"/>
                        <a:pt x="570871" y="32749"/>
                      </a:cubicBezTo>
                      <a:cubicBezTo>
                        <a:pt x="588279" y="43991"/>
                        <a:pt x="597890" y="50156"/>
                        <a:pt x="622624" y="50156"/>
                      </a:cubicBezTo>
                      <a:cubicBezTo>
                        <a:pt x="647358" y="50156"/>
                        <a:pt x="656968" y="43955"/>
                        <a:pt x="674376" y="32749"/>
                      </a:cubicBezTo>
                      <a:cubicBezTo>
                        <a:pt x="695810" y="18931"/>
                        <a:pt x="725185" y="0"/>
                        <a:pt x="778243" y="0"/>
                      </a:cubicBezTo>
                      <a:cubicBezTo>
                        <a:pt x="831301" y="0"/>
                        <a:pt x="860677" y="18931"/>
                        <a:pt x="882111" y="32749"/>
                      </a:cubicBezTo>
                      <a:cubicBezTo>
                        <a:pt x="899519" y="43991"/>
                        <a:pt x="909129" y="50156"/>
                        <a:pt x="933863" y="50156"/>
                      </a:cubicBezTo>
                      <a:lnTo>
                        <a:pt x="933863" y="146335"/>
                      </a:lnTo>
                      <a:cubicBezTo>
                        <a:pt x="880805" y="146335"/>
                        <a:pt x="851429" y="127404"/>
                        <a:pt x="829996" y="113587"/>
                      </a:cubicBezTo>
                      <a:cubicBezTo>
                        <a:pt x="812588" y="102344"/>
                        <a:pt x="802977" y="96179"/>
                        <a:pt x="778243" y="96179"/>
                      </a:cubicBezTo>
                      <a:cubicBezTo>
                        <a:pt x="753510" y="96179"/>
                        <a:pt x="743899" y="102380"/>
                        <a:pt x="726491" y="113587"/>
                      </a:cubicBezTo>
                      <a:cubicBezTo>
                        <a:pt x="705058" y="127404"/>
                        <a:pt x="675682" y="146335"/>
                        <a:pt x="622624" y="146335"/>
                      </a:cubicBezTo>
                      <a:cubicBezTo>
                        <a:pt x="569566" y="146335"/>
                        <a:pt x="540190" y="127404"/>
                        <a:pt x="518756" y="113587"/>
                      </a:cubicBezTo>
                      <a:cubicBezTo>
                        <a:pt x="501348" y="102344"/>
                        <a:pt x="491738" y="96179"/>
                        <a:pt x="467004" y="96179"/>
                      </a:cubicBezTo>
                      <a:cubicBezTo>
                        <a:pt x="442270" y="96179"/>
                        <a:pt x="432660" y="102380"/>
                        <a:pt x="415252" y="113587"/>
                      </a:cubicBezTo>
                      <a:cubicBezTo>
                        <a:pt x="393818" y="127404"/>
                        <a:pt x="364442" y="146335"/>
                        <a:pt x="311384" y="146335"/>
                      </a:cubicBezTo>
                      <a:cubicBezTo>
                        <a:pt x="258326" y="146335"/>
                        <a:pt x="228951" y="127404"/>
                        <a:pt x="207481" y="113587"/>
                      </a:cubicBezTo>
                      <a:cubicBezTo>
                        <a:pt x="190073" y="102344"/>
                        <a:pt x="180462" y="96179"/>
                        <a:pt x="155692" y="96179"/>
                      </a:cubicBezTo>
                      <a:cubicBezTo>
                        <a:pt x="130922" y="96179"/>
                        <a:pt x="121348" y="102380"/>
                        <a:pt x="103904" y="113587"/>
                      </a:cubicBezTo>
                      <a:cubicBezTo>
                        <a:pt x="82470" y="127404"/>
                        <a:pt x="53094" y="146335"/>
                        <a:pt x="0" y="14633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" name="Google Shape;41;p3"/>
                <p:cNvSpPr/>
                <p:nvPr/>
              </p:nvSpPr>
              <p:spPr>
                <a:xfrm>
                  <a:off x="1029776" y="-2730306"/>
                  <a:ext cx="700397" cy="109751"/>
                </a:xfrm>
                <a:custGeom>
                  <a:rect b="b" l="l" r="r" t="t"/>
                  <a:pathLst>
                    <a:path extrusionOk="0" h="146335" w="933863">
                      <a:moveTo>
                        <a:pt x="0" y="146336"/>
                      </a:moveTo>
                      <a:lnTo>
                        <a:pt x="0" y="50157"/>
                      </a:lnTo>
                      <a:cubicBezTo>
                        <a:pt x="24770" y="50157"/>
                        <a:pt x="34344" y="43955"/>
                        <a:pt x="51789" y="32749"/>
                      </a:cubicBezTo>
                      <a:cubicBezTo>
                        <a:pt x="73222" y="18931"/>
                        <a:pt x="102598" y="0"/>
                        <a:pt x="155692" y="0"/>
                      </a:cubicBezTo>
                      <a:cubicBezTo>
                        <a:pt x="208786" y="0"/>
                        <a:pt x="238126" y="18931"/>
                        <a:pt x="259596" y="32749"/>
                      </a:cubicBezTo>
                      <a:cubicBezTo>
                        <a:pt x="277004" y="43991"/>
                        <a:pt x="286614" y="50157"/>
                        <a:pt x="311384" y="50157"/>
                      </a:cubicBezTo>
                      <a:cubicBezTo>
                        <a:pt x="336154" y="50157"/>
                        <a:pt x="345729" y="43955"/>
                        <a:pt x="363137" y="32749"/>
                      </a:cubicBezTo>
                      <a:cubicBezTo>
                        <a:pt x="384570" y="18931"/>
                        <a:pt x="413946" y="0"/>
                        <a:pt x="467004" y="0"/>
                      </a:cubicBezTo>
                      <a:cubicBezTo>
                        <a:pt x="520062" y="0"/>
                        <a:pt x="549438" y="18931"/>
                        <a:pt x="570871" y="32749"/>
                      </a:cubicBezTo>
                      <a:cubicBezTo>
                        <a:pt x="588279" y="43991"/>
                        <a:pt x="597890" y="50157"/>
                        <a:pt x="622624" y="50157"/>
                      </a:cubicBezTo>
                      <a:cubicBezTo>
                        <a:pt x="647358" y="50157"/>
                        <a:pt x="656968" y="43955"/>
                        <a:pt x="674376" y="32749"/>
                      </a:cubicBezTo>
                      <a:cubicBezTo>
                        <a:pt x="695810" y="18931"/>
                        <a:pt x="725185" y="0"/>
                        <a:pt x="778243" y="0"/>
                      </a:cubicBezTo>
                      <a:cubicBezTo>
                        <a:pt x="831301" y="0"/>
                        <a:pt x="860677" y="18931"/>
                        <a:pt x="882111" y="32749"/>
                      </a:cubicBezTo>
                      <a:cubicBezTo>
                        <a:pt x="899519" y="43991"/>
                        <a:pt x="909129" y="50157"/>
                        <a:pt x="933863" y="50157"/>
                      </a:cubicBezTo>
                      <a:lnTo>
                        <a:pt x="933863" y="146336"/>
                      </a:lnTo>
                      <a:cubicBezTo>
                        <a:pt x="880805" y="146336"/>
                        <a:pt x="851429" y="127404"/>
                        <a:pt x="829996" y="113587"/>
                      </a:cubicBezTo>
                      <a:cubicBezTo>
                        <a:pt x="812588" y="102344"/>
                        <a:pt x="802977" y="96179"/>
                        <a:pt x="778243" y="96179"/>
                      </a:cubicBezTo>
                      <a:cubicBezTo>
                        <a:pt x="753510" y="96179"/>
                        <a:pt x="743899" y="102381"/>
                        <a:pt x="726491" y="113587"/>
                      </a:cubicBezTo>
                      <a:cubicBezTo>
                        <a:pt x="705058" y="127404"/>
                        <a:pt x="675682" y="146336"/>
                        <a:pt x="622624" y="146336"/>
                      </a:cubicBezTo>
                      <a:cubicBezTo>
                        <a:pt x="569566" y="146336"/>
                        <a:pt x="540190" y="127404"/>
                        <a:pt x="518756" y="113587"/>
                      </a:cubicBezTo>
                      <a:cubicBezTo>
                        <a:pt x="501348" y="102344"/>
                        <a:pt x="491738" y="96179"/>
                        <a:pt x="467004" y="96179"/>
                      </a:cubicBezTo>
                      <a:cubicBezTo>
                        <a:pt x="442270" y="96179"/>
                        <a:pt x="432660" y="102381"/>
                        <a:pt x="415252" y="113587"/>
                      </a:cubicBezTo>
                      <a:cubicBezTo>
                        <a:pt x="393818" y="127404"/>
                        <a:pt x="364442" y="146336"/>
                        <a:pt x="311384" y="146336"/>
                      </a:cubicBezTo>
                      <a:cubicBezTo>
                        <a:pt x="258326" y="146336"/>
                        <a:pt x="228951" y="127404"/>
                        <a:pt x="207481" y="113587"/>
                      </a:cubicBezTo>
                      <a:cubicBezTo>
                        <a:pt x="190073" y="102344"/>
                        <a:pt x="180462" y="96179"/>
                        <a:pt x="155692" y="96179"/>
                      </a:cubicBezTo>
                      <a:cubicBezTo>
                        <a:pt x="130922" y="96179"/>
                        <a:pt x="121348" y="102381"/>
                        <a:pt x="103904" y="113587"/>
                      </a:cubicBezTo>
                      <a:cubicBezTo>
                        <a:pt x="82470" y="127404"/>
                        <a:pt x="53094" y="146336"/>
                        <a:pt x="0" y="14633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" name="Google Shape;42;p3"/>
              <p:cNvSpPr/>
              <p:nvPr/>
            </p:nvSpPr>
            <p:spPr>
              <a:xfrm flipH="1">
                <a:off x="8185693" y="4262963"/>
                <a:ext cx="476681" cy="476681"/>
              </a:xfrm>
              <a:custGeom>
                <a:rect b="b" l="l" r="r" t="t"/>
                <a:pathLst>
                  <a:path extrusionOk="0" h="342936" w="342936">
                    <a:moveTo>
                      <a:pt x="171468" y="0"/>
                    </a:moveTo>
                    <a:cubicBezTo>
                      <a:pt x="76776" y="0"/>
                      <a:pt x="0" y="76776"/>
                      <a:pt x="0" y="171468"/>
                    </a:cubicBezTo>
                    <a:cubicBezTo>
                      <a:pt x="0" y="266160"/>
                      <a:pt x="76776" y="342936"/>
                      <a:pt x="171468" y="342936"/>
                    </a:cubicBezTo>
                    <a:cubicBezTo>
                      <a:pt x="266160" y="342936"/>
                      <a:pt x="342936" y="266160"/>
                      <a:pt x="342936" y="171468"/>
                    </a:cubicBezTo>
                    <a:cubicBezTo>
                      <a:pt x="342936" y="76776"/>
                      <a:pt x="266160" y="0"/>
                      <a:pt x="171468" y="0"/>
                    </a:cubicBezTo>
                    <a:close/>
                    <a:moveTo>
                      <a:pt x="171468" y="281863"/>
                    </a:moveTo>
                    <a:cubicBezTo>
                      <a:pt x="110504" y="281863"/>
                      <a:pt x="61073" y="232432"/>
                      <a:pt x="61073" y="171468"/>
                    </a:cubicBezTo>
                    <a:cubicBezTo>
                      <a:pt x="61073" y="110504"/>
                      <a:pt x="110504" y="61073"/>
                      <a:pt x="171468" y="61073"/>
                    </a:cubicBezTo>
                    <a:cubicBezTo>
                      <a:pt x="232432" y="61073"/>
                      <a:pt x="281863" y="110504"/>
                      <a:pt x="281863" y="171468"/>
                    </a:cubicBezTo>
                    <a:cubicBezTo>
                      <a:pt x="281863" y="232432"/>
                      <a:pt x="232432" y="281863"/>
                      <a:pt x="171468" y="281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3" name="Google Shape;43;p3"/>
              <p:cNvGrpSpPr/>
              <p:nvPr/>
            </p:nvGrpSpPr>
            <p:grpSpPr>
              <a:xfrm flipH="1">
                <a:off x="237135" y="4834532"/>
                <a:ext cx="951919" cy="475959"/>
                <a:chOff x="6896277" y="-5142175"/>
                <a:chExt cx="803104" cy="401551"/>
              </a:xfrm>
            </p:grpSpPr>
            <p:sp>
              <p:nvSpPr>
                <p:cNvPr id="44" name="Google Shape;44;p3"/>
                <p:cNvSpPr/>
                <p:nvPr/>
              </p:nvSpPr>
              <p:spPr>
                <a:xfrm>
                  <a:off x="6896277" y="-5142175"/>
                  <a:ext cx="803104" cy="401551"/>
                </a:xfrm>
                <a:custGeom>
                  <a:rect b="b" l="l" r="r" t="t"/>
                  <a:pathLst>
                    <a:path extrusionOk="0" h="535402" w="1070805">
                      <a:moveTo>
                        <a:pt x="90884" y="535403"/>
                      </a:moveTo>
                      <a:cubicBezTo>
                        <a:pt x="90884" y="289915"/>
                        <a:pt x="289914" y="90884"/>
                        <a:pt x="535402" y="90884"/>
                      </a:cubicBezTo>
                      <a:cubicBezTo>
                        <a:pt x="780890" y="90884"/>
                        <a:pt x="979921" y="289915"/>
                        <a:pt x="979921" y="535403"/>
                      </a:cubicBezTo>
                      <a:lnTo>
                        <a:pt x="1070806" y="535403"/>
                      </a:lnTo>
                      <a:cubicBezTo>
                        <a:pt x="1070806" y="239722"/>
                        <a:pt x="831120" y="0"/>
                        <a:pt x="535402" y="0"/>
                      </a:cubicBezTo>
                      <a:cubicBezTo>
                        <a:pt x="239685" y="0"/>
                        <a:pt x="0" y="239685"/>
                        <a:pt x="0" y="535403"/>
                      </a:cubicBezTo>
                      <a:lnTo>
                        <a:pt x="90884" y="53540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7118908" y="-4919517"/>
                  <a:ext cx="357788" cy="178893"/>
                </a:xfrm>
                <a:custGeom>
                  <a:rect b="b" l="l" r="r" t="t"/>
                  <a:pathLst>
                    <a:path extrusionOk="0" h="238524" w="477050">
                      <a:moveTo>
                        <a:pt x="238525" y="84936"/>
                      </a:moveTo>
                      <a:cubicBezTo>
                        <a:pt x="323353" y="84936"/>
                        <a:pt x="392114" y="153698"/>
                        <a:pt x="392114" y="238525"/>
                      </a:cubicBezTo>
                      <a:lnTo>
                        <a:pt x="477050" y="238525"/>
                      </a:lnTo>
                      <a:cubicBezTo>
                        <a:pt x="477050" y="106805"/>
                        <a:pt x="370282" y="0"/>
                        <a:pt x="238525" y="0"/>
                      </a:cubicBezTo>
                      <a:cubicBezTo>
                        <a:pt x="106769" y="0"/>
                        <a:pt x="0" y="106769"/>
                        <a:pt x="0" y="238525"/>
                      </a:cubicBezTo>
                      <a:lnTo>
                        <a:pt x="84937" y="238525"/>
                      </a:lnTo>
                      <a:cubicBezTo>
                        <a:pt x="84937" y="153698"/>
                        <a:pt x="153698" y="84936"/>
                        <a:pt x="238525" y="8493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" name="Google Shape;46;p3"/>
              <p:cNvSpPr/>
              <p:nvPr/>
            </p:nvSpPr>
            <p:spPr>
              <a:xfrm>
                <a:off x="93902" y="4358096"/>
                <a:ext cx="286459" cy="286459"/>
              </a:xfrm>
              <a:custGeom>
                <a:rect b="b" l="l" r="r" t="t"/>
                <a:pathLst>
                  <a:path extrusionOk="0" h="836378" w="836378">
                    <a:moveTo>
                      <a:pt x="836379" y="418189"/>
                    </a:moveTo>
                    <a:cubicBezTo>
                      <a:pt x="836379" y="649149"/>
                      <a:pt x="649149" y="836379"/>
                      <a:pt x="418189" y="836379"/>
                    </a:cubicBezTo>
                    <a:cubicBezTo>
                      <a:pt x="187229" y="836379"/>
                      <a:pt x="0" y="649149"/>
                      <a:pt x="0" y="418189"/>
                    </a:cubicBezTo>
                    <a:cubicBezTo>
                      <a:pt x="0" y="187230"/>
                      <a:pt x="187229" y="0"/>
                      <a:pt x="418189" y="0"/>
                    </a:cubicBezTo>
                    <a:cubicBezTo>
                      <a:pt x="649149" y="0"/>
                      <a:pt x="836379" y="187230"/>
                      <a:pt x="836379" y="4181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7842424" y="281626"/>
                <a:ext cx="343267" cy="343267"/>
              </a:xfrm>
              <a:custGeom>
                <a:rect b="b" l="l" r="r" t="t"/>
                <a:pathLst>
                  <a:path extrusionOk="0" h="635679" w="635679">
                    <a:moveTo>
                      <a:pt x="635680" y="317840"/>
                    </a:moveTo>
                    <a:cubicBezTo>
                      <a:pt x="635680" y="493378"/>
                      <a:pt x="493378" y="635680"/>
                      <a:pt x="317840" y="635680"/>
                    </a:cubicBezTo>
                    <a:cubicBezTo>
                      <a:pt x="142302" y="635680"/>
                      <a:pt x="0" y="493378"/>
                      <a:pt x="0" y="317840"/>
                    </a:cubicBezTo>
                    <a:cubicBezTo>
                      <a:pt x="0" y="142302"/>
                      <a:pt x="142302" y="0"/>
                      <a:pt x="317840" y="0"/>
                    </a:cubicBezTo>
                    <a:cubicBezTo>
                      <a:pt x="493378" y="0"/>
                      <a:pt x="635680" y="142302"/>
                      <a:pt x="635680" y="31784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8" name="Google Shape;48;p3"/>
              <p:cNvGrpSpPr/>
              <p:nvPr/>
            </p:nvGrpSpPr>
            <p:grpSpPr>
              <a:xfrm rot="5400000">
                <a:off x="648185" y="-379941"/>
                <a:ext cx="1085831" cy="675413"/>
                <a:chOff x="4274895" y="3432746"/>
                <a:chExt cx="740272" cy="460467"/>
              </a:xfrm>
            </p:grpSpPr>
            <p:sp>
              <p:nvSpPr>
                <p:cNvPr id="49" name="Google Shape;49;p3"/>
                <p:cNvSpPr/>
                <p:nvPr/>
              </p:nvSpPr>
              <p:spPr>
                <a:xfrm>
                  <a:off x="4274895" y="3432746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4410106" y="3432746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4545290" y="3432746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4680500" y="3432746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" name="Google Shape;53;p3"/>
                <p:cNvSpPr/>
                <p:nvPr/>
              </p:nvSpPr>
              <p:spPr>
                <a:xfrm>
                  <a:off x="4815711" y="3432746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" name="Google Shape;54;p3"/>
                <p:cNvSpPr/>
                <p:nvPr/>
              </p:nvSpPr>
              <p:spPr>
                <a:xfrm>
                  <a:off x="4950513" y="3432746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55" name="Google Shape;55;p3"/>
          <p:cNvSpPr txBox="1"/>
          <p:nvPr>
            <p:ph hasCustomPrompt="1" type="title"/>
          </p:nvPr>
        </p:nvSpPr>
        <p:spPr>
          <a:xfrm>
            <a:off x="3815700" y="1860870"/>
            <a:ext cx="1512600" cy="9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ibre Franklin Black"/>
              <a:buNone/>
              <a:defRPr b="1" sz="5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6" name="Google Shape;56;p3"/>
          <p:cNvSpPr txBox="1"/>
          <p:nvPr>
            <p:ph idx="2" type="title"/>
          </p:nvPr>
        </p:nvSpPr>
        <p:spPr>
          <a:xfrm>
            <a:off x="2276700" y="2807380"/>
            <a:ext cx="4590600" cy="14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4"/>
          <p:cNvGrpSpPr/>
          <p:nvPr/>
        </p:nvGrpSpPr>
        <p:grpSpPr>
          <a:xfrm>
            <a:off x="114947" y="330247"/>
            <a:ext cx="8777986" cy="4686371"/>
            <a:chOff x="114947" y="330247"/>
            <a:chExt cx="8777986" cy="4686371"/>
          </a:xfrm>
        </p:grpSpPr>
        <p:sp>
          <p:nvSpPr>
            <p:cNvPr id="59" name="Google Shape;59;p4"/>
            <p:cNvSpPr/>
            <p:nvPr/>
          </p:nvSpPr>
          <p:spPr>
            <a:xfrm flipH="1">
              <a:off x="8077404" y="330247"/>
              <a:ext cx="286544" cy="285925"/>
            </a:xfrm>
            <a:custGeom>
              <a:rect b="b" l="l" r="r" t="t"/>
              <a:pathLst>
                <a:path extrusionOk="0" h="123777" w="123777">
                  <a:moveTo>
                    <a:pt x="0" y="70720"/>
                  </a:moveTo>
                  <a:lnTo>
                    <a:pt x="40582" y="70720"/>
                  </a:lnTo>
                  <a:lnTo>
                    <a:pt x="11859" y="99407"/>
                  </a:lnTo>
                  <a:lnTo>
                    <a:pt x="24371" y="111883"/>
                  </a:lnTo>
                  <a:lnTo>
                    <a:pt x="53058" y="83196"/>
                  </a:lnTo>
                  <a:lnTo>
                    <a:pt x="53058" y="123778"/>
                  </a:lnTo>
                  <a:lnTo>
                    <a:pt x="70720" y="123778"/>
                  </a:lnTo>
                  <a:lnTo>
                    <a:pt x="70720" y="83196"/>
                  </a:lnTo>
                  <a:lnTo>
                    <a:pt x="99407" y="111883"/>
                  </a:lnTo>
                  <a:lnTo>
                    <a:pt x="111918" y="99407"/>
                  </a:lnTo>
                  <a:lnTo>
                    <a:pt x="83196" y="70720"/>
                  </a:lnTo>
                  <a:lnTo>
                    <a:pt x="123778" y="70720"/>
                  </a:lnTo>
                  <a:lnTo>
                    <a:pt x="123778" y="53058"/>
                  </a:lnTo>
                  <a:lnTo>
                    <a:pt x="83196" y="53058"/>
                  </a:lnTo>
                  <a:lnTo>
                    <a:pt x="111918" y="24371"/>
                  </a:lnTo>
                  <a:lnTo>
                    <a:pt x="99407" y="11859"/>
                  </a:lnTo>
                  <a:lnTo>
                    <a:pt x="70720" y="40582"/>
                  </a:lnTo>
                  <a:lnTo>
                    <a:pt x="70720" y="0"/>
                  </a:lnTo>
                  <a:lnTo>
                    <a:pt x="53058" y="0"/>
                  </a:lnTo>
                  <a:lnTo>
                    <a:pt x="53058" y="40582"/>
                  </a:lnTo>
                  <a:lnTo>
                    <a:pt x="24371" y="11859"/>
                  </a:lnTo>
                  <a:lnTo>
                    <a:pt x="11859" y="24371"/>
                  </a:lnTo>
                  <a:lnTo>
                    <a:pt x="40582" y="53058"/>
                  </a:lnTo>
                  <a:lnTo>
                    <a:pt x="0" y="53058"/>
                  </a:lnTo>
                  <a:lnTo>
                    <a:pt x="0" y="707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" name="Google Shape;60;p4"/>
            <p:cNvGrpSpPr/>
            <p:nvPr/>
          </p:nvGrpSpPr>
          <p:grpSpPr>
            <a:xfrm flipH="1" rot="10800000">
              <a:off x="8569567" y="330253"/>
              <a:ext cx="323366" cy="865201"/>
              <a:chOff x="14298616" y="166555"/>
              <a:chExt cx="261771" cy="700397"/>
            </a:xfrm>
          </p:grpSpPr>
          <p:sp>
            <p:nvSpPr>
              <p:cNvPr id="61" name="Google Shape;61;p4"/>
              <p:cNvSpPr/>
              <p:nvPr/>
            </p:nvSpPr>
            <p:spPr>
              <a:xfrm>
                <a:off x="14298616" y="166555"/>
                <a:ext cx="109751" cy="700397"/>
              </a:xfrm>
              <a:custGeom>
                <a:rect b="b" l="l" r="r" t="t"/>
                <a:pathLst>
                  <a:path extrusionOk="0" h="933863" w="146335">
                    <a:moveTo>
                      <a:pt x="146336" y="933863"/>
                    </a:moveTo>
                    <a:lnTo>
                      <a:pt x="50157" y="933863"/>
                    </a:lnTo>
                    <a:cubicBezTo>
                      <a:pt x="50157" y="909093"/>
                      <a:pt x="43955" y="899519"/>
                      <a:pt x="32749" y="882074"/>
                    </a:cubicBezTo>
                    <a:cubicBezTo>
                      <a:pt x="18931" y="860641"/>
                      <a:pt x="0" y="831265"/>
                      <a:pt x="0" y="778171"/>
                    </a:cubicBezTo>
                    <a:cubicBezTo>
                      <a:pt x="0" y="725077"/>
                      <a:pt x="18931" y="695737"/>
                      <a:pt x="32749" y="674267"/>
                    </a:cubicBezTo>
                    <a:cubicBezTo>
                      <a:pt x="43991" y="656859"/>
                      <a:pt x="50157" y="647249"/>
                      <a:pt x="50157" y="622479"/>
                    </a:cubicBezTo>
                    <a:cubicBezTo>
                      <a:pt x="50157" y="597709"/>
                      <a:pt x="43955" y="588134"/>
                      <a:pt x="32749" y="570726"/>
                    </a:cubicBezTo>
                    <a:cubicBezTo>
                      <a:pt x="18931" y="549293"/>
                      <a:pt x="0" y="519917"/>
                      <a:pt x="0" y="466859"/>
                    </a:cubicBezTo>
                    <a:cubicBezTo>
                      <a:pt x="0" y="413801"/>
                      <a:pt x="18931" y="384425"/>
                      <a:pt x="32749" y="362992"/>
                    </a:cubicBezTo>
                    <a:cubicBezTo>
                      <a:pt x="43991" y="345584"/>
                      <a:pt x="50157" y="335973"/>
                      <a:pt x="50157" y="311239"/>
                    </a:cubicBezTo>
                    <a:cubicBezTo>
                      <a:pt x="50157" y="286506"/>
                      <a:pt x="43955" y="276895"/>
                      <a:pt x="32749" y="259487"/>
                    </a:cubicBezTo>
                    <a:cubicBezTo>
                      <a:pt x="18931" y="238053"/>
                      <a:pt x="0" y="208678"/>
                      <a:pt x="0" y="155620"/>
                    </a:cubicBezTo>
                    <a:cubicBezTo>
                      <a:pt x="0" y="102562"/>
                      <a:pt x="18931" y="73186"/>
                      <a:pt x="32749" y="51752"/>
                    </a:cubicBezTo>
                    <a:cubicBezTo>
                      <a:pt x="43991" y="34344"/>
                      <a:pt x="50157" y="24734"/>
                      <a:pt x="50157" y="0"/>
                    </a:cubicBezTo>
                    <a:lnTo>
                      <a:pt x="146336" y="0"/>
                    </a:lnTo>
                    <a:cubicBezTo>
                      <a:pt x="146336" y="53058"/>
                      <a:pt x="127404" y="82434"/>
                      <a:pt x="113587" y="103867"/>
                    </a:cubicBezTo>
                    <a:cubicBezTo>
                      <a:pt x="102344" y="121275"/>
                      <a:pt x="96179" y="130886"/>
                      <a:pt x="96179" y="155620"/>
                    </a:cubicBezTo>
                    <a:cubicBezTo>
                      <a:pt x="96179" y="180353"/>
                      <a:pt x="102380" y="189964"/>
                      <a:pt x="113587" y="207372"/>
                    </a:cubicBezTo>
                    <a:cubicBezTo>
                      <a:pt x="127404" y="228806"/>
                      <a:pt x="146336" y="258181"/>
                      <a:pt x="146336" y="311239"/>
                    </a:cubicBezTo>
                    <a:cubicBezTo>
                      <a:pt x="146336" y="364297"/>
                      <a:pt x="127404" y="393673"/>
                      <a:pt x="113587" y="415107"/>
                    </a:cubicBezTo>
                    <a:cubicBezTo>
                      <a:pt x="102344" y="432515"/>
                      <a:pt x="96179" y="442125"/>
                      <a:pt x="96179" y="466859"/>
                    </a:cubicBezTo>
                    <a:cubicBezTo>
                      <a:pt x="96179" y="491593"/>
                      <a:pt x="102380" y="501203"/>
                      <a:pt x="113587" y="518611"/>
                    </a:cubicBezTo>
                    <a:cubicBezTo>
                      <a:pt x="127404" y="540045"/>
                      <a:pt x="146336" y="569421"/>
                      <a:pt x="146336" y="622479"/>
                    </a:cubicBezTo>
                    <a:cubicBezTo>
                      <a:pt x="146336" y="675537"/>
                      <a:pt x="127404" y="704912"/>
                      <a:pt x="113587" y="726382"/>
                    </a:cubicBezTo>
                    <a:cubicBezTo>
                      <a:pt x="102344" y="743790"/>
                      <a:pt x="96179" y="753401"/>
                      <a:pt x="96179" y="778171"/>
                    </a:cubicBezTo>
                    <a:cubicBezTo>
                      <a:pt x="96179" y="802941"/>
                      <a:pt x="102380" y="812515"/>
                      <a:pt x="113587" y="829960"/>
                    </a:cubicBezTo>
                    <a:cubicBezTo>
                      <a:pt x="127404" y="851393"/>
                      <a:pt x="146336" y="880769"/>
                      <a:pt x="146336" y="933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14450636" y="166555"/>
                <a:ext cx="109751" cy="700397"/>
              </a:xfrm>
              <a:custGeom>
                <a:rect b="b" l="l" r="r" t="t"/>
                <a:pathLst>
                  <a:path extrusionOk="0" h="933863" w="146335">
                    <a:moveTo>
                      <a:pt x="146336" y="933863"/>
                    </a:moveTo>
                    <a:lnTo>
                      <a:pt x="50157" y="933863"/>
                    </a:lnTo>
                    <a:cubicBezTo>
                      <a:pt x="50157" y="909093"/>
                      <a:pt x="43955" y="899519"/>
                      <a:pt x="32749" y="882074"/>
                    </a:cubicBezTo>
                    <a:cubicBezTo>
                      <a:pt x="18931" y="860641"/>
                      <a:pt x="0" y="831265"/>
                      <a:pt x="0" y="778171"/>
                    </a:cubicBezTo>
                    <a:cubicBezTo>
                      <a:pt x="0" y="725077"/>
                      <a:pt x="18931" y="695737"/>
                      <a:pt x="32749" y="674267"/>
                    </a:cubicBezTo>
                    <a:cubicBezTo>
                      <a:pt x="43992" y="656859"/>
                      <a:pt x="50157" y="647249"/>
                      <a:pt x="50157" y="622479"/>
                    </a:cubicBezTo>
                    <a:cubicBezTo>
                      <a:pt x="50157" y="597709"/>
                      <a:pt x="43955" y="588134"/>
                      <a:pt x="32749" y="570726"/>
                    </a:cubicBezTo>
                    <a:cubicBezTo>
                      <a:pt x="18931" y="549293"/>
                      <a:pt x="0" y="519917"/>
                      <a:pt x="0" y="466859"/>
                    </a:cubicBezTo>
                    <a:cubicBezTo>
                      <a:pt x="0" y="413801"/>
                      <a:pt x="18931" y="384425"/>
                      <a:pt x="32749" y="362992"/>
                    </a:cubicBezTo>
                    <a:cubicBezTo>
                      <a:pt x="43992" y="345584"/>
                      <a:pt x="50157" y="335973"/>
                      <a:pt x="50157" y="311239"/>
                    </a:cubicBezTo>
                    <a:cubicBezTo>
                      <a:pt x="50157" y="286506"/>
                      <a:pt x="43955" y="276895"/>
                      <a:pt x="32749" y="259487"/>
                    </a:cubicBezTo>
                    <a:cubicBezTo>
                      <a:pt x="18931" y="238053"/>
                      <a:pt x="0" y="208678"/>
                      <a:pt x="0" y="155620"/>
                    </a:cubicBezTo>
                    <a:cubicBezTo>
                      <a:pt x="0" y="102562"/>
                      <a:pt x="18931" y="73186"/>
                      <a:pt x="32749" y="51752"/>
                    </a:cubicBezTo>
                    <a:cubicBezTo>
                      <a:pt x="43992" y="34344"/>
                      <a:pt x="50157" y="24734"/>
                      <a:pt x="50157" y="0"/>
                    </a:cubicBezTo>
                    <a:lnTo>
                      <a:pt x="146336" y="0"/>
                    </a:lnTo>
                    <a:cubicBezTo>
                      <a:pt x="146336" y="53058"/>
                      <a:pt x="127405" y="82434"/>
                      <a:pt x="113587" y="103867"/>
                    </a:cubicBezTo>
                    <a:cubicBezTo>
                      <a:pt x="102344" y="121275"/>
                      <a:pt x="96179" y="130886"/>
                      <a:pt x="96179" y="155620"/>
                    </a:cubicBezTo>
                    <a:cubicBezTo>
                      <a:pt x="96179" y="180353"/>
                      <a:pt x="102380" y="189964"/>
                      <a:pt x="113587" y="207372"/>
                    </a:cubicBezTo>
                    <a:cubicBezTo>
                      <a:pt x="127405" y="228806"/>
                      <a:pt x="146336" y="258181"/>
                      <a:pt x="146336" y="311239"/>
                    </a:cubicBezTo>
                    <a:cubicBezTo>
                      <a:pt x="146336" y="364297"/>
                      <a:pt x="127405" y="393673"/>
                      <a:pt x="113587" y="415107"/>
                    </a:cubicBezTo>
                    <a:cubicBezTo>
                      <a:pt x="102344" y="432515"/>
                      <a:pt x="96179" y="442125"/>
                      <a:pt x="96179" y="466859"/>
                    </a:cubicBezTo>
                    <a:cubicBezTo>
                      <a:pt x="96179" y="491593"/>
                      <a:pt x="102380" y="501203"/>
                      <a:pt x="113587" y="518611"/>
                    </a:cubicBezTo>
                    <a:cubicBezTo>
                      <a:pt x="127405" y="540045"/>
                      <a:pt x="146336" y="569421"/>
                      <a:pt x="146336" y="622479"/>
                    </a:cubicBezTo>
                    <a:cubicBezTo>
                      <a:pt x="146336" y="675537"/>
                      <a:pt x="127405" y="704912"/>
                      <a:pt x="113587" y="726382"/>
                    </a:cubicBezTo>
                    <a:cubicBezTo>
                      <a:pt x="102344" y="743790"/>
                      <a:pt x="96179" y="753401"/>
                      <a:pt x="96179" y="778171"/>
                    </a:cubicBezTo>
                    <a:cubicBezTo>
                      <a:pt x="96179" y="802941"/>
                      <a:pt x="102380" y="812515"/>
                      <a:pt x="113587" y="829960"/>
                    </a:cubicBezTo>
                    <a:cubicBezTo>
                      <a:pt x="127405" y="851393"/>
                      <a:pt x="146336" y="880769"/>
                      <a:pt x="146336" y="933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3" name="Google Shape;63;p4"/>
            <p:cNvSpPr/>
            <p:nvPr/>
          </p:nvSpPr>
          <p:spPr>
            <a:xfrm flipH="1">
              <a:off x="114947" y="4848088"/>
              <a:ext cx="168503" cy="168530"/>
            </a:xfrm>
            <a:custGeom>
              <a:rect b="b" l="l" r="r" t="t"/>
              <a:pathLst>
                <a:path extrusionOk="0" h="224707" w="224671">
                  <a:moveTo>
                    <a:pt x="224671" y="96324"/>
                  </a:moveTo>
                  <a:lnTo>
                    <a:pt x="128384" y="96324"/>
                  </a:lnTo>
                  <a:lnTo>
                    <a:pt x="128384" y="0"/>
                  </a:lnTo>
                  <a:lnTo>
                    <a:pt x="96324" y="0"/>
                  </a:lnTo>
                  <a:lnTo>
                    <a:pt x="96324" y="96324"/>
                  </a:lnTo>
                  <a:lnTo>
                    <a:pt x="0" y="96324"/>
                  </a:lnTo>
                  <a:lnTo>
                    <a:pt x="0" y="128384"/>
                  </a:lnTo>
                  <a:lnTo>
                    <a:pt x="96324" y="128384"/>
                  </a:lnTo>
                  <a:lnTo>
                    <a:pt x="96324" y="224707"/>
                  </a:lnTo>
                  <a:lnTo>
                    <a:pt x="128384" y="224707"/>
                  </a:lnTo>
                  <a:lnTo>
                    <a:pt x="128384" y="128384"/>
                  </a:lnTo>
                  <a:lnTo>
                    <a:pt x="224671" y="128384"/>
                  </a:lnTo>
                  <a:lnTo>
                    <a:pt x="224671" y="963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p4"/>
          <p:cNvSpPr txBox="1"/>
          <p:nvPr>
            <p:ph idx="1" type="body"/>
          </p:nvPr>
        </p:nvSpPr>
        <p:spPr>
          <a:xfrm>
            <a:off x="711900" y="1416500"/>
            <a:ext cx="3108000" cy="24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/>
            </a:lvl9pPr>
          </a:lstStyle>
          <a:p/>
        </p:txBody>
      </p:sp>
      <p:sp>
        <p:nvSpPr>
          <p:cNvPr id="65" name="Google Shape;65;p4"/>
          <p:cNvSpPr txBox="1"/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5"/>
          <p:cNvGrpSpPr/>
          <p:nvPr/>
        </p:nvGrpSpPr>
        <p:grpSpPr>
          <a:xfrm>
            <a:off x="151423" y="118478"/>
            <a:ext cx="8864193" cy="4926629"/>
            <a:chOff x="151423" y="118478"/>
            <a:chExt cx="8864193" cy="4926629"/>
          </a:xfrm>
        </p:grpSpPr>
        <p:sp>
          <p:nvSpPr>
            <p:cNvPr id="68" name="Google Shape;68;p5"/>
            <p:cNvSpPr/>
            <p:nvPr/>
          </p:nvSpPr>
          <p:spPr>
            <a:xfrm flipH="1">
              <a:off x="8347852" y="4626725"/>
              <a:ext cx="418382" cy="418382"/>
            </a:xfrm>
            <a:custGeom>
              <a:rect b="b" l="l" r="r" t="t"/>
              <a:pathLst>
                <a:path extrusionOk="0" h="342936" w="342936">
                  <a:moveTo>
                    <a:pt x="171468" y="0"/>
                  </a:moveTo>
                  <a:cubicBezTo>
                    <a:pt x="76776" y="0"/>
                    <a:pt x="0" y="76776"/>
                    <a:pt x="0" y="171468"/>
                  </a:cubicBezTo>
                  <a:cubicBezTo>
                    <a:pt x="0" y="266160"/>
                    <a:pt x="76776" y="342936"/>
                    <a:pt x="171468" y="342936"/>
                  </a:cubicBezTo>
                  <a:cubicBezTo>
                    <a:pt x="266160" y="342936"/>
                    <a:pt x="342936" y="266160"/>
                    <a:pt x="342936" y="171468"/>
                  </a:cubicBezTo>
                  <a:cubicBezTo>
                    <a:pt x="342936" y="76776"/>
                    <a:pt x="266160" y="0"/>
                    <a:pt x="171468" y="0"/>
                  </a:cubicBezTo>
                  <a:close/>
                  <a:moveTo>
                    <a:pt x="171468" y="281863"/>
                  </a:moveTo>
                  <a:cubicBezTo>
                    <a:pt x="110504" y="281863"/>
                    <a:pt x="61073" y="232432"/>
                    <a:pt x="61073" y="171468"/>
                  </a:cubicBezTo>
                  <a:cubicBezTo>
                    <a:pt x="61073" y="110504"/>
                    <a:pt x="110504" y="61073"/>
                    <a:pt x="171468" y="61073"/>
                  </a:cubicBezTo>
                  <a:cubicBezTo>
                    <a:pt x="232432" y="61073"/>
                    <a:pt x="281863" y="110504"/>
                    <a:pt x="281863" y="171468"/>
                  </a:cubicBezTo>
                  <a:cubicBezTo>
                    <a:pt x="281863" y="232432"/>
                    <a:pt x="232432" y="281863"/>
                    <a:pt x="171468" y="2818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5"/>
            <p:cNvSpPr/>
            <p:nvPr/>
          </p:nvSpPr>
          <p:spPr>
            <a:xfrm flipH="1">
              <a:off x="151423" y="328625"/>
              <a:ext cx="249238" cy="249238"/>
            </a:xfrm>
            <a:custGeom>
              <a:rect b="b" l="l" r="r" t="t"/>
              <a:pathLst>
                <a:path extrusionOk="0" h="207698" w="207698">
                  <a:moveTo>
                    <a:pt x="207698" y="89035"/>
                  </a:moveTo>
                  <a:lnTo>
                    <a:pt x="139590" y="89035"/>
                  </a:lnTo>
                  <a:lnTo>
                    <a:pt x="187752" y="40909"/>
                  </a:lnTo>
                  <a:lnTo>
                    <a:pt x="166790" y="19947"/>
                  </a:lnTo>
                  <a:lnTo>
                    <a:pt x="118664" y="68072"/>
                  </a:lnTo>
                  <a:lnTo>
                    <a:pt x="118664" y="0"/>
                  </a:lnTo>
                  <a:lnTo>
                    <a:pt x="89034" y="0"/>
                  </a:lnTo>
                  <a:lnTo>
                    <a:pt x="89034" y="68072"/>
                  </a:lnTo>
                  <a:lnTo>
                    <a:pt x="40872" y="19947"/>
                  </a:lnTo>
                  <a:lnTo>
                    <a:pt x="19947" y="40909"/>
                  </a:lnTo>
                  <a:lnTo>
                    <a:pt x="68072" y="89035"/>
                  </a:lnTo>
                  <a:lnTo>
                    <a:pt x="0" y="89035"/>
                  </a:lnTo>
                  <a:lnTo>
                    <a:pt x="0" y="118664"/>
                  </a:lnTo>
                  <a:lnTo>
                    <a:pt x="68072" y="118664"/>
                  </a:lnTo>
                  <a:lnTo>
                    <a:pt x="19947" y="166790"/>
                  </a:lnTo>
                  <a:lnTo>
                    <a:pt x="40872" y="187752"/>
                  </a:lnTo>
                  <a:lnTo>
                    <a:pt x="89034" y="139626"/>
                  </a:lnTo>
                  <a:lnTo>
                    <a:pt x="89034" y="207698"/>
                  </a:lnTo>
                  <a:lnTo>
                    <a:pt x="118664" y="207698"/>
                  </a:lnTo>
                  <a:lnTo>
                    <a:pt x="118664" y="139626"/>
                  </a:lnTo>
                  <a:lnTo>
                    <a:pt x="166790" y="187752"/>
                  </a:lnTo>
                  <a:lnTo>
                    <a:pt x="187752" y="166790"/>
                  </a:lnTo>
                  <a:lnTo>
                    <a:pt x="139590" y="118664"/>
                  </a:lnTo>
                  <a:lnTo>
                    <a:pt x="207698" y="118664"/>
                  </a:lnTo>
                  <a:lnTo>
                    <a:pt x="207698" y="890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5"/>
            <p:cNvSpPr/>
            <p:nvPr/>
          </p:nvSpPr>
          <p:spPr>
            <a:xfrm flipH="1">
              <a:off x="8766231" y="4377306"/>
              <a:ext cx="249385" cy="249425"/>
            </a:xfrm>
            <a:custGeom>
              <a:rect b="b" l="l" r="r" t="t"/>
              <a:pathLst>
                <a:path extrusionOk="0" h="224707" w="224671">
                  <a:moveTo>
                    <a:pt x="224671" y="96324"/>
                  </a:moveTo>
                  <a:lnTo>
                    <a:pt x="128384" y="96324"/>
                  </a:lnTo>
                  <a:lnTo>
                    <a:pt x="128384" y="0"/>
                  </a:lnTo>
                  <a:lnTo>
                    <a:pt x="96324" y="0"/>
                  </a:lnTo>
                  <a:lnTo>
                    <a:pt x="96324" y="96324"/>
                  </a:lnTo>
                  <a:lnTo>
                    <a:pt x="0" y="96324"/>
                  </a:lnTo>
                  <a:lnTo>
                    <a:pt x="0" y="128384"/>
                  </a:lnTo>
                  <a:lnTo>
                    <a:pt x="96324" y="128384"/>
                  </a:lnTo>
                  <a:lnTo>
                    <a:pt x="96324" y="224707"/>
                  </a:lnTo>
                  <a:lnTo>
                    <a:pt x="128384" y="224707"/>
                  </a:lnTo>
                  <a:lnTo>
                    <a:pt x="128384" y="128384"/>
                  </a:lnTo>
                  <a:lnTo>
                    <a:pt x="224671" y="128384"/>
                  </a:lnTo>
                  <a:lnTo>
                    <a:pt x="224671" y="9632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 flipH="1">
              <a:off x="318859" y="118478"/>
              <a:ext cx="154730" cy="154730"/>
            </a:xfrm>
            <a:custGeom>
              <a:rect b="b" l="l" r="r" t="t"/>
              <a:pathLst>
                <a:path extrusionOk="0" h="836378" w="836378">
                  <a:moveTo>
                    <a:pt x="836379" y="418189"/>
                  </a:moveTo>
                  <a:cubicBezTo>
                    <a:pt x="836379" y="649149"/>
                    <a:pt x="649149" y="836379"/>
                    <a:pt x="418189" y="836379"/>
                  </a:cubicBezTo>
                  <a:cubicBezTo>
                    <a:pt x="187229" y="836379"/>
                    <a:pt x="0" y="649149"/>
                    <a:pt x="0" y="418189"/>
                  </a:cubicBezTo>
                  <a:cubicBezTo>
                    <a:pt x="0" y="187230"/>
                    <a:pt x="187229" y="0"/>
                    <a:pt x="418189" y="0"/>
                  </a:cubicBezTo>
                  <a:cubicBezTo>
                    <a:pt x="649149" y="0"/>
                    <a:pt x="836379" y="187230"/>
                    <a:pt x="836379" y="418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" name="Google Shape;72;p5"/>
          <p:cNvSpPr txBox="1"/>
          <p:nvPr>
            <p:ph idx="1" type="subTitle"/>
          </p:nvPr>
        </p:nvSpPr>
        <p:spPr>
          <a:xfrm>
            <a:off x="4725033" y="2016775"/>
            <a:ext cx="36609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73" name="Google Shape;73;p5"/>
          <p:cNvSpPr txBox="1"/>
          <p:nvPr>
            <p:ph idx="2" type="subTitle"/>
          </p:nvPr>
        </p:nvSpPr>
        <p:spPr>
          <a:xfrm>
            <a:off x="758067" y="2016775"/>
            <a:ext cx="3664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/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77" name="Google Shape;77;p6"/>
          <p:cNvGrpSpPr/>
          <p:nvPr/>
        </p:nvGrpSpPr>
        <p:grpSpPr>
          <a:xfrm>
            <a:off x="-156064" y="63997"/>
            <a:ext cx="9644769" cy="911067"/>
            <a:chOff x="-156064" y="63997"/>
            <a:chExt cx="9644769" cy="911067"/>
          </a:xfrm>
        </p:grpSpPr>
        <p:grpSp>
          <p:nvGrpSpPr>
            <p:cNvPr id="78" name="Google Shape;78;p6"/>
            <p:cNvGrpSpPr/>
            <p:nvPr/>
          </p:nvGrpSpPr>
          <p:grpSpPr>
            <a:xfrm flipH="1" rot="-5400000">
              <a:off x="-383831" y="291764"/>
              <a:ext cx="911067" cy="455533"/>
              <a:chOff x="6083802" y="754477"/>
              <a:chExt cx="1350730" cy="675364"/>
            </a:xfrm>
          </p:grpSpPr>
          <p:sp>
            <p:nvSpPr>
              <p:cNvPr id="79" name="Google Shape;79;p6"/>
              <p:cNvSpPr/>
              <p:nvPr/>
            </p:nvSpPr>
            <p:spPr>
              <a:xfrm>
                <a:off x="6083802" y="754477"/>
                <a:ext cx="1350730" cy="675364"/>
              </a:xfrm>
              <a:custGeom>
                <a:rect b="b" l="l" r="r" t="t"/>
                <a:pathLst>
                  <a:path extrusionOk="0" h="601661" w="1203323">
                    <a:moveTo>
                      <a:pt x="1101196" y="0"/>
                    </a:moveTo>
                    <a:cubicBezTo>
                      <a:pt x="1101196" y="275880"/>
                      <a:pt x="877541" y="499535"/>
                      <a:pt x="601661" y="499535"/>
                    </a:cubicBezTo>
                    <a:cubicBezTo>
                      <a:pt x="325782" y="499535"/>
                      <a:pt x="102126" y="275880"/>
                      <a:pt x="102126" y="0"/>
                    </a:cubicBezTo>
                    <a:lnTo>
                      <a:pt x="0" y="0"/>
                    </a:lnTo>
                    <a:cubicBezTo>
                      <a:pt x="0" y="332274"/>
                      <a:pt x="269388" y="601662"/>
                      <a:pt x="601661" y="601662"/>
                    </a:cubicBezTo>
                    <a:cubicBezTo>
                      <a:pt x="933936" y="601662"/>
                      <a:pt x="1203324" y="332274"/>
                      <a:pt x="1203324" y="0"/>
                    </a:cubicBezTo>
                    <a:lnTo>
                      <a:pt x="1101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6"/>
              <p:cNvSpPr/>
              <p:nvPr/>
            </p:nvSpPr>
            <p:spPr>
              <a:xfrm>
                <a:off x="6393993" y="754477"/>
                <a:ext cx="776975" cy="388487"/>
              </a:xfrm>
              <a:custGeom>
                <a:rect b="b" l="l" r="r" t="t"/>
                <a:pathLst>
                  <a:path extrusionOk="0" h="346091" w="692183">
                    <a:moveTo>
                      <a:pt x="346091" y="222858"/>
                    </a:moveTo>
                    <a:cubicBezTo>
                      <a:pt x="223003" y="222858"/>
                      <a:pt x="123234" y="123089"/>
                      <a:pt x="123234" y="0"/>
                    </a:cubicBezTo>
                    <a:lnTo>
                      <a:pt x="0" y="0"/>
                    </a:lnTo>
                    <a:cubicBezTo>
                      <a:pt x="0" y="191161"/>
                      <a:pt x="154967" y="346091"/>
                      <a:pt x="346091" y="346091"/>
                    </a:cubicBezTo>
                    <a:cubicBezTo>
                      <a:pt x="537216" y="346091"/>
                      <a:pt x="692183" y="191125"/>
                      <a:pt x="692183" y="0"/>
                    </a:cubicBezTo>
                    <a:lnTo>
                      <a:pt x="568949" y="0"/>
                    </a:lnTo>
                    <a:cubicBezTo>
                      <a:pt x="568949" y="123089"/>
                      <a:pt x="469180" y="222858"/>
                      <a:pt x="346091" y="2228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" name="Google Shape;81;p6"/>
            <p:cNvGrpSpPr/>
            <p:nvPr/>
          </p:nvGrpSpPr>
          <p:grpSpPr>
            <a:xfrm>
              <a:off x="8212861" y="233271"/>
              <a:ext cx="1275844" cy="476741"/>
              <a:chOff x="1029776" y="-2882299"/>
              <a:chExt cx="700397" cy="261744"/>
            </a:xfrm>
          </p:grpSpPr>
          <p:sp>
            <p:nvSpPr>
              <p:cNvPr id="82" name="Google Shape;82;p6"/>
              <p:cNvSpPr/>
              <p:nvPr/>
            </p:nvSpPr>
            <p:spPr>
              <a:xfrm>
                <a:off x="1029776" y="-2882299"/>
                <a:ext cx="700397" cy="109751"/>
              </a:xfrm>
              <a:custGeom>
                <a:rect b="b" l="l" r="r" t="t"/>
                <a:pathLst>
                  <a:path extrusionOk="0" h="146335" w="933863">
                    <a:moveTo>
                      <a:pt x="0" y="146335"/>
                    </a:moveTo>
                    <a:lnTo>
                      <a:pt x="0" y="50156"/>
                    </a:lnTo>
                    <a:cubicBezTo>
                      <a:pt x="24770" y="50156"/>
                      <a:pt x="34344" y="43955"/>
                      <a:pt x="51789" y="32749"/>
                    </a:cubicBezTo>
                    <a:cubicBezTo>
                      <a:pt x="73222" y="18931"/>
                      <a:pt x="102598" y="0"/>
                      <a:pt x="155692" y="0"/>
                    </a:cubicBezTo>
                    <a:cubicBezTo>
                      <a:pt x="208786" y="0"/>
                      <a:pt x="238126" y="18931"/>
                      <a:pt x="259596" y="32749"/>
                    </a:cubicBezTo>
                    <a:cubicBezTo>
                      <a:pt x="277004" y="43991"/>
                      <a:pt x="286614" y="50156"/>
                      <a:pt x="311384" y="50156"/>
                    </a:cubicBezTo>
                    <a:cubicBezTo>
                      <a:pt x="336154" y="50156"/>
                      <a:pt x="345729" y="43955"/>
                      <a:pt x="363137" y="32749"/>
                    </a:cubicBezTo>
                    <a:cubicBezTo>
                      <a:pt x="384570" y="18931"/>
                      <a:pt x="413946" y="0"/>
                      <a:pt x="467004" y="0"/>
                    </a:cubicBezTo>
                    <a:cubicBezTo>
                      <a:pt x="520062" y="0"/>
                      <a:pt x="549438" y="18931"/>
                      <a:pt x="570871" y="32749"/>
                    </a:cubicBezTo>
                    <a:cubicBezTo>
                      <a:pt x="588279" y="43991"/>
                      <a:pt x="597890" y="50156"/>
                      <a:pt x="622624" y="50156"/>
                    </a:cubicBezTo>
                    <a:cubicBezTo>
                      <a:pt x="647358" y="50156"/>
                      <a:pt x="656968" y="43955"/>
                      <a:pt x="674376" y="32749"/>
                    </a:cubicBezTo>
                    <a:cubicBezTo>
                      <a:pt x="695810" y="18931"/>
                      <a:pt x="725185" y="0"/>
                      <a:pt x="778243" y="0"/>
                    </a:cubicBezTo>
                    <a:cubicBezTo>
                      <a:pt x="831301" y="0"/>
                      <a:pt x="860677" y="18931"/>
                      <a:pt x="882111" y="32749"/>
                    </a:cubicBezTo>
                    <a:cubicBezTo>
                      <a:pt x="899519" y="43991"/>
                      <a:pt x="909129" y="50156"/>
                      <a:pt x="933863" y="50156"/>
                    </a:cubicBezTo>
                    <a:lnTo>
                      <a:pt x="933863" y="146335"/>
                    </a:lnTo>
                    <a:cubicBezTo>
                      <a:pt x="880805" y="146335"/>
                      <a:pt x="851429" y="127404"/>
                      <a:pt x="829996" y="113587"/>
                    </a:cubicBezTo>
                    <a:cubicBezTo>
                      <a:pt x="812588" y="102344"/>
                      <a:pt x="802977" y="96179"/>
                      <a:pt x="778243" y="96179"/>
                    </a:cubicBezTo>
                    <a:cubicBezTo>
                      <a:pt x="753510" y="96179"/>
                      <a:pt x="743899" y="102380"/>
                      <a:pt x="726491" y="113587"/>
                    </a:cubicBezTo>
                    <a:cubicBezTo>
                      <a:pt x="705058" y="127404"/>
                      <a:pt x="675682" y="146335"/>
                      <a:pt x="622624" y="146335"/>
                    </a:cubicBezTo>
                    <a:cubicBezTo>
                      <a:pt x="569566" y="146335"/>
                      <a:pt x="540190" y="127404"/>
                      <a:pt x="518756" y="113587"/>
                    </a:cubicBezTo>
                    <a:cubicBezTo>
                      <a:pt x="501348" y="102344"/>
                      <a:pt x="491738" y="96179"/>
                      <a:pt x="467004" y="96179"/>
                    </a:cubicBezTo>
                    <a:cubicBezTo>
                      <a:pt x="442270" y="96179"/>
                      <a:pt x="432660" y="102380"/>
                      <a:pt x="415252" y="113587"/>
                    </a:cubicBezTo>
                    <a:cubicBezTo>
                      <a:pt x="393818" y="127404"/>
                      <a:pt x="364442" y="146335"/>
                      <a:pt x="311384" y="146335"/>
                    </a:cubicBezTo>
                    <a:cubicBezTo>
                      <a:pt x="258326" y="146335"/>
                      <a:pt x="228951" y="127404"/>
                      <a:pt x="207481" y="113587"/>
                    </a:cubicBezTo>
                    <a:cubicBezTo>
                      <a:pt x="190073" y="102344"/>
                      <a:pt x="180462" y="96179"/>
                      <a:pt x="155692" y="96179"/>
                    </a:cubicBezTo>
                    <a:cubicBezTo>
                      <a:pt x="130922" y="96179"/>
                      <a:pt x="121348" y="102380"/>
                      <a:pt x="103904" y="113587"/>
                    </a:cubicBezTo>
                    <a:cubicBezTo>
                      <a:pt x="82470" y="127404"/>
                      <a:pt x="53094" y="146335"/>
                      <a:pt x="0" y="14633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6"/>
              <p:cNvSpPr/>
              <p:nvPr/>
            </p:nvSpPr>
            <p:spPr>
              <a:xfrm>
                <a:off x="1029776" y="-2730306"/>
                <a:ext cx="700397" cy="109751"/>
              </a:xfrm>
              <a:custGeom>
                <a:rect b="b" l="l" r="r" t="t"/>
                <a:pathLst>
                  <a:path extrusionOk="0" h="146335" w="933863">
                    <a:moveTo>
                      <a:pt x="0" y="146336"/>
                    </a:moveTo>
                    <a:lnTo>
                      <a:pt x="0" y="50157"/>
                    </a:lnTo>
                    <a:cubicBezTo>
                      <a:pt x="24770" y="50157"/>
                      <a:pt x="34344" y="43955"/>
                      <a:pt x="51789" y="32749"/>
                    </a:cubicBezTo>
                    <a:cubicBezTo>
                      <a:pt x="73222" y="18931"/>
                      <a:pt x="102598" y="0"/>
                      <a:pt x="155692" y="0"/>
                    </a:cubicBezTo>
                    <a:cubicBezTo>
                      <a:pt x="208786" y="0"/>
                      <a:pt x="238126" y="18931"/>
                      <a:pt x="259596" y="32749"/>
                    </a:cubicBezTo>
                    <a:cubicBezTo>
                      <a:pt x="277004" y="43991"/>
                      <a:pt x="286614" y="50157"/>
                      <a:pt x="311384" y="50157"/>
                    </a:cubicBezTo>
                    <a:cubicBezTo>
                      <a:pt x="336154" y="50157"/>
                      <a:pt x="345729" y="43955"/>
                      <a:pt x="363137" y="32749"/>
                    </a:cubicBezTo>
                    <a:cubicBezTo>
                      <a:pt x="384570" y="18931"/>
                      <a:pt x="413946" y="0"/>
                      <a:pt x="467004" y="0"/>
                    </a:cubicBezTo>
                    <a:cubicBezTo>
                      <a:pt x="520062" y="0"/>
                      <a:pt x="549438" y="18931"/>
                      <a:pt x="570871" y="32749"/>
                    </a:cubicBezTo>
                    <a:cubicBezTo>
                      <a:pt x="588279" y="43991"/>
                      <a:pt x="597890" y="50157"/>
                      <a:pt x="622624" y="50157"/>
                    </a:cubicBezTo>
                    <a:cubicBezTo>
                      <a:pt x="647358" y="50157"/>
                      <a:pt x="656968" y="43955"/>
                      <a:pt x="674376" y="32749"/>
                    </a:cubicBezTo>
                    <a:cubicBezTo>
                      <a:pt x="695810" y="18931"/>
                      <a:pt x="725185" y="0"/>
                      <a:pt x="778243" y="0"/>
                    </a:cubicBezTo>
                    <a:cubicBezTo>
                      <a:pt x="831301" y="0"/>
                      <a:pt x="860677" y="18931"/>
                      <a:pt x="882111" y="32749"/>
                    </a:cubicBezTo>
                    <a:cubicBezTo>
                      <a:pt x="899519" y="43991"/>
                      <a:pt x="909129" y="50157"/>
                      <a:pt x="933863" y="50157"/>
                    </a:cubicBezTo>
                    <a:lnTo>
                      <a:pt x="933863" y="146336"/>
                    </a:lnTo>
                    <a:cubicBezTo>
                      <a:pt x="880805" y="146336"/>
                      <a:pt x="851429" y="127404"/>
                      <a:pt x="829996" y="113587"/>
                    </a:cubicBezTo>
                    <a:cubicBezTo>
                      <a:pt x="812588" y="102344"/>
                      <a:pt x="802977" y="96179"/>
                      <a:pt x="778243" y="96179"/>
                    </a:cubicBezTo>
                    <a:cubicBezTo>
                      <a:pt x="753510" y="96179"/>
                      <a:pt x="743899" y="102381"/>
                      <a:pt x="726491" y="113587"/>
                    </a:cubicBezTo>
                    <a:cubicBezTo>
                      <a:pt x="705058" y="127404"/>
                      <a:pt x="675682" y="146336"/>
                      <a:pt x="622624" y="146336"/>
                    </a:cubicBezTo>
                    <a:cubicBezTo>
                      <a:pt x="569566" y="146336"/>
                      <a:pt x="540190" y="127404"/>
                      <a:pt x="518756" y="113587"/>
                    </a:cubicBezTo>
                    <a:cubicBezTo>
                      <a:pt x="501348" y="102344"/>
                      <a:pt x="491738" y="96179"/>
                      <a:pt x="467004" y="96179"/>
                    </a:cubicBezTo>
                    <a:cubicBezTo>
                      <a:pt x="442270" y="96179"/>
                      <a:pt x="432660" y="102381"/>
                      <a:pt x="415252" y="113587"/>
                    </a:cubicBezTo>
                    <a:cubicBezTo>
                      <a:pt x="393818" y="127404"/>
                      <a:pt x="364442" y="146336"/>
                      <a:pt x="311384" y="146336"/>
                    </a:cubicBezTo>
                    <a:cubicBezTo>
                      <a:pt x="258326" y="146336"/>
                      <a:pt x="228951" y="127404"/>
                      <a:pt x="207481" y="113587"/>
                    </a:cubicBezTo>
                    <a:cubicBezTo>
                      <a:pt x="190073" y="102344"/>
                      <a:pt x="180462" y="96179"/>
                      <a:pt x="155692" y="96179"/>
                    </a:cubicBezTo>
                    <a:cubicBezTo>
                      <a:pt x="130922" y="96179"/>
                      <a:pt x="121348" y="102381"/>
                      <a:pt x="103904" y="113587"/>
                    </a:cubicBezTo>
                    <a:cubicBezTo>
                      <a:pt x="82470" y="127404"/>
                      <a:pt x="53094" y="146336"/>
                      <a:pt x="0" y="1463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7"/>
          <p:cNvGrpSpPr/>
          <p:nvPr/>
        </p:nvGrpSpPr>
        <p:grpSpPr>
          <a:xfrm>
            <a:off x="112447" y="62825"/>
            <a:ext cx="8915661" cy="4953072"/>
            <a:chOff x="112447" y="62825"/>
            <a:chExt cx="8915661" cy="4953072"/>
          </a:xfrm>
        </p:grpSpPr>
        <p:sp>
          <p:nvSpPr>
            <p:cNvPr id="86" name="Google Shape;86;p7"/>
            <p:cNvSpPr/>
            <p:nvPr/>
          </p:nvSpPr>
          <p:spPr>
            <a:xfrm flipH="1">
              <a:off x="8530079" y="4729972"/>
              <a:ext cx="286544" cy="285925"/>
            </a:xfrm>
            <a:custGeom>
              <a:rect b="b" l="l" r="r" t="t"/>
              <a:pathLst>
                <a:path extrusionOk="0" h="123777" w="123777">
                  <a:moveTo>
                    <a:pt x="0" y="70720"/>
                  </a:moveTo>
                  <a:lnTo>
                    <a:pt x="40582" y="70720"/>
                  </a:lnTo>
                  <a:lnTo>
                    <a:pt x="11859" y="99407"/>
                  </a:lnTo>
                  <a:lnTo>
                    <a:pt x="24371" y="111883"/>
                  </a:lnTo>
                  <a:lnTo>
                    <a:pt x="53058" y="83196"/>
                  </a:lnTo>
                  <a:lnTo>
                    <a:pt x="53058" y="123778"/>
                  </a:lnTo>
                  <a:lnTo>
                    <a:pt x="70720" y="123778"/>
                  </a:lnTo>
                  <a:lnTo>
                    <a:pt x="70720" y="83196"/>
                  </a:lnTo>
                  <a:lnTo>
                    <a:pt x="99407" y="111883"/>
                  </a:lnTo>
                  <a:lnTo>
                    <a:pt x="111918" y="99407"/>
                  </a:lnTo>
                  <a:lnTo>
                    <a:pt x="83196" y="70720"/>
                  </a:lnTo>
                  <a:lnTo>
                    <a:pt x="123778" y="70720"/>
                  </a:lnTo>
                  <a:lnTo>
                    <a:pt x="123778" y="53058"/>
                  </a:lnTo>
                  <a:lnTo>
                    <a:pt x="83196" y="53058"/>
                  </a:lnTo>
                  <a:lnTo>
                    <a:pt x="111918" y="24371"/>
                  </a:lnTo>
                  <a:lnTo>
                    <a:pt x="99407" y="11859"/>
                  </a:lnTo>
                  <a:lnTo>
                    <a:pt x="70720" y="40582"/>
                  </a:lnTo>
                  <a:lnTo>
                    <a:pt x="70720" y="0"/>
                  </a:lnTo>
                  <a:lnTo>
                    <a:pt x="53058" y="0"/>
                  </a:lnTo>
                  <a:lnTo>
                    <a:pt x="53058" y="40582"/>
                  </a:lnTo>
                  <a:lnTo>
                    <a:pt x="24371" y="11859"/>
                  </a:lnTo>
                  <a:lnTo>
                    <a:pt x="11859" y="24371"/>
                  </a:lnTo>
                  <a:lnTo>
                    <a:pt x="40582" y="53058"/>
                  </a:lnTo>
                  <a:lnTo>
                    <a:pt x="0" y="53058"/>
                  </a:lnTo>
                  <a:lnTo>
                    <a:pt x="0" y="707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" name="Google Shape;87;p7"/>
            <p:cNvGrpSpPr/>
            <p:nvPr/>
          </p:nvGrpSpPr>
          <p:grpSpPr>
            <a:xfrm flipH="1" rot="10800000">
              <a:off x="8704742" y="3728878"/>
              <a:ext cx="323366" cy="865201"/>
              <a:chOff x="14340994" y="-70695"/>
              <a:chExt cx="261771" cy="700397"/>
            </a:xfrm>
          </p:grpSpPr>
          <p:sp>
            <p:nvSpPr>
              <p:cNvPr id="88" name="Google Shape;88;p7"/>
              <p:cNvSpPr/>
              <p:nvPr/>
            </p:nvSpPr>
            <p:spPr>
              <a:xfrm>
                <a:off x="14340994" y="-70695"/>
                <a:ext cx="109751" cy="700397"/>
              </a:xfrm>
              <a:custGeom>
                <a:rect b="b" l="l" r="r" t="t"/>
                <a:pathLst>
                  <a:path extrusionOk="0" h="933863" w="146335">
                    <a:moveTo>
                      <a:pt x="146336" y="933863"/>
                    </a:moveTo>
                    <a:lnTo>
                      <a:pt x="50157" y="933863"/>
                    </a:lnTo>
                    <a:cubicBezTo>
                      <a:pt x="50157" y="909093"/>
                      <a:pt x="43955" y="899519"/>
                      <a:pt x="32749" y="882074"/>
                    </a:cubicBezTo>
                    <a:cubicBezTo>
                      <a:pt x="18931" y="860641"/>
                      <a:pt x="0" y="831265"/>
                      <a:pt x="0" y="778171"/>
                    </a:cubicBezTo>
                    <a:cubicBezTo>
                      <a:pt x="0" y="725077"/>
                      <a:pt x="18931" y="695737"/>
                      <a:pt x="32749" y="674267"/>
                    </a:cubicBezTo>
                    <a:cubicBezTo>
                      <a:pt x="43991" y="656859"/>
                      <a:pt x="50157" y="647249"/>
                      <a:pt x="50157" y="622479"/>
                    </a:cubicBezTo>
                    <a:cubicBezTo>
                      <a:pt x="50157" y="597709"/>
                      <a:pt x="43955" y="588134"/>
                      <a:pt x="32749" y="570726"/>
                    </a:cubicBezTo>
                    <a:cubicBezTo>
                      <a:pt x="18931" y="549293"/>
                      <a:pt x="0" y="519917"/>
                      <a:pt x="0" y="466859"/>
                    </a:cubicBezTo>
                    <a:cubicBezTo>
                      <a:pt x="0" y="413801"/>
                      <a:pt x="18931" y="384425"/>
                      <a:pt x="32749" y="362992"/>
                    </a:cubicBezTo>
                    <a:cubicBezTo>
                      <a:pt x="43991" y="345584"/>
                      <a:pt x="50157" y="335973"/>
                      <a:pt x="50157" y="311239"/>
                    </a:cubicBezTo>
                    <a:cubicBezTo>
                      <a:pt x="50157" y="286506"/>
                      <a:pt x="43955" y="276895"/>
                      <a:pt x="32749" y="259487"/>
                    </a:cubicBezTo>
                    <a:cubicBezTo>
                      <a:pt x="18931" y="238053"/>
                      <a:pt x="0" y="208678"/>
                      <a:pt x="0" y="155620"/>
                    </a:cubicBezTo>
                    <a:cubicBezTo>
                      <a:pt x="0" y="102562"/>
                      <a:pt x="18931" y="73186"/>
                      <a:pt x="32749" y="51752"/>
                    </a:cubicBezTo>
                    <a:cubicBezTo>
                      <a:pt x="43991" y="34344"/>
                      <a:pt x="50157" y="24734"/>
                      <a:pt x="50157" y="0"/>
                    </a:cubicBezTo>
                    <a:lnTo>
                      <a:pt x="146336" y="0"/>
                    </a:lnTo>
                    <a:cubicBezTo>
                      <a:pt x="146336" y="53058"/>
                      <a:pt x="127404" y="82434"/>
                      <a:pt x="113587" y="103867"/>
                    </a:cubicBezTo>
                    <a:cubicBezTo>
                      <a:pt x="102344" y="121275"/>
                      <a:pt x="96179" y="130886"/>
                      <a:pt x="96179" y="155620"/>
                    </a:cubicBezTo>
                    <a:cubicBezTo>
                      <a:pt x="96179" y="180353"/>
                      <a:pt x="102380" y="189964"/>
                      <a:pt x="113587" y="207372"/>
                    </a:cubicBezTo>
                    <a:cubicBezTo>
                      <a:pt x="127404" y="228806"/>
                      <a:pt x="146336" y="258181"/>
                      <a:pt x="146336" y="311239"/>
                    </a:cubicBezTo>
                    <a:cubicBezTo>
                      <a:pt x="146336" y="364297"/>
                      <a:pt x="127404" y="393673"/>
                      <a:pt x="113587" y="415107"/>
                    </a:cubicBezTo>
                    <a:cubicBezTo>
                      <a:pt x="102344" y="432515"/>
                      <a:pt x="96179" y="442125"/>
                      <a:pt x="96179" y="466859"/>
                    </a:cubicBezTo>
                    <a:cubicBezTo>
                      <a:pt x="96179" y="491593"/>
                      <a:pt x="102380" y="501203"/>
                      <a:pt x="113587" y="518611"/>
                    </a:cubicBezTo>
                    <a:cubicBezTo>
                      <a:pt x="127404" y="540045"/>
                      <a:pt x="146336" y="569421"/>
                      <a:pt x="146336" y="622479"/>
                    </a:cubicBezTo>
                    <a:cubicBezTo>
                      <a:pt x="146336" y="675537"/>
                      <a:pt x="127404" y="704912"/>
                      <a:pt x="113587" y="726382"/>
                    </a:cubicBezTo>
                    <a:cubicBezTo>
                      <a:pt x="102344" y="743790"/>
                      <a:pt x="96179" y="753401"/>
                      <a:pt x="96179" y="778171"/>
                    </a:cubicBezTo>
                    <a:cubicBezTo>
                      <a:pt x="96179" y="802941"/>
                      <a:pt x="102380" y="812515"/>
                      <a:pt x="113587" y="829960"/>
                    </a:cubicBezTo>
                    <a:cubicBezTo>
                      <a:pt x="127404" y="851393"/>
                      <a:pt x="146336" y="880769"/>
                      <a:pt x="146336" y="933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7"/>
              <p:cNvSpPr/>
              <p:nvPr/>
            </p:nvSpPr>
            <p:spPr>
              <a:xfrm>
                <a:off x="14493014" y="-70695"/>
                <a:ext cx="109751" cy="700397"/>
              </a:xfrm>
              <a:custGeom>
                <a:rect b="b" l="l" r="r" t="t"/>
                <a:pathLst>
                  <a:path extrusionOk="0" h="933863" w="146335">
                    <a:moveTo>
                      <a:pt x="146336" y="933863"/>
                    </a:moveTo>
                    <a:lnTo>
                      <a:pt x="50157" y="933863"/>
                    </a:lnTo>
                    <a:cubicBezTo>
                      <a:pt x="50157" y="909093"/>
                      <a:pt x="43955" y="899519"/>
                      <a:pt x="32749" y="882074"/>
                    </a:cubicBezTo>
                    <a:cubicBezTo>
                      <a:pt x="18931" y="860641"/>
                      <a:pt x="0" y="831265"/>
                      <a:pt x="0" y="778171"/>
                    </a:cubicBezTo>
                    <a:cubicBezTo>
                      <a:pt x="0" y="725077"/>
                      <a:pt x="18931" y="695737"/>
                      <a:pt x="32749" y="674267"/>
                    </a:cubicBezTo>
                    <a:cubicBezTo>
                      <a:pt x="43992" y="656859"/>
                      <a:pt x="50157" y="647249"/>
                      <a:pt x="50157" y="622479"/>
                    </a:cubicBezTo>
                    <a:cubicBezTo>
                      <a:pt x="50157" y="597709"/>
                      <a:pt x="43955" y="588134"/>
                      <a:pt x="32749" y="570726"/>
                    </a:cubicBezTo>
                    <a:cubicBezTo>
                      <a:pt x="18931" y="549293"/>
                      <a:pt x="0" y="519917"/>
                      <a:pt x="0" y="466859"/>
                    </a:cubicBezTo>
                    <a:cubicBezTo>
                      <a:pt x="0" y="413801"/>
                      <a:pt x="18931" y="384425"/>
                      <a:pt x="32749" y="362992"/>
                    </a:cubicBezTo>
                    <a:cubicBezTo>
                      <a:pt x="43992" y="345584"/>
                      <a:pt x="50157" y="335973"/>
                      <a:pt x="50157" y="311239"/>
                    </a:cubicBezTo>
                    <a:cubicBezTo>
                      <a:pt x="50157" y="286506"/>
                      <a:pt x="43955" y="276895"/>
                      <a:pt x="32749" y="259487"/>
                    </a:cubicBezTo>
                    <a:cubicBezTo>
                      <a:pt x="18931" y="238053"/>
                      <a:pt x="0" y="208678"/>
                      <a:pt x="0" y="155620"/>
                    </a:cubicBezTo>
                    <a:cubicBezTo>
                      <a:pt x="0" y="102562"/>
                      <a:pt x="18931" y="73186"/>
                      <a:pt x="32749" y="51752"/>
                    </a:cubicBezTo>
                    <a:cubicBezTo>
                      <a:pt x="43992" y="34344"/>
                      <a:pt x="50157" y="24734"/>
                      <a:pt x="50157" y="0"/>
                    </a:cubicBezTo>
                    <a:lnTo>
                      <a:pt x="146336" y="0"/>
                    </a:lnTo>
                    <a:cubicBezTo>
                      <a:pt x="146336" y="53058"/>
                      <a:pt x="127405" y="82434"/>
                      <a:pt x="113587" y="103867"/>
                    </a:cubicBezTo>
                    <a:cubicBezTo>
                      <a:pt x="102344" y="121275"/>
                      <a:pt x="96179" y="130886"/>
                      <a:pt x="96179" y="155620"/>
                    </a:cubicBezTo>
                    <a:cubicBezTo>
                      <a:pt x="96179" y="180353"/>
                      <a:pt x="102380" y="189964"/>
                      <a:pt x="113587" y="207372"/>
                    </a:cubicBezTo>
                    <a:cubicBezTo>
                      <a:pt x="127405" y="228806"/>
                      <a:pt x="146336" y="258181"/>
                      <a:pt x="146336" y="311239"/>
                    </a:cubicBezTo>
                    <a:cubicBezTo>
                      <a:pt x="146336" y="364297"/>
                      <a:pt x="127405" y="393673"/>
                      <a:pt x="113587" y="415107"/>
                    </a:cubicBezTo>
                    <a:cubicBezTo>
                      <a:pt x="102344" y="432515"/>
                      <a:pt x="96179" y="442125"/>
                      <a:pt x="96179" y="466859"/>
                    </a:cubicBezTo>
                    <a:cubicBezTo>
                      <a:pt x="96179" y="491593"/>
                      <a:pt x="102380" y="501203"/>
                      <a:pt x="113587" y="518611"/>
                    </a:cubicBezTo>
                    <a:cubicBezTo>
                      <a:pt x="127405" y="540045"/>
                      <a:pt x="146336" y="569421"/>
                      <a:pt x="146336" y="622479"/>
                    </a:cubicBezTo>
                    <a:cubicBezTo>
                      <a:pt x="146336" y="675537"/>
                      <a:pt x="127405" y="704912"/>
                      <a:pt x="113587" y="726382"/>
                    </a:cubicBezTo>
                    <a:cubicBezTo>
                      <a:pt x="102344" y="743790"/>
                      <a:pt x="96179" y="753401"/>
                      <a:pt x="96179" y="778171"/>
                    </a:cubicBezTo>
                    <a:cubicBezTo>
                      <a:pt x="96179" y="802941"/>
                      <a:pt x="102380" y="812515"/>
                      <a:pt x="113587" y="829960"/>
                    </a:cubicBezTo>
                    <a:cubicBezTo>
                      <a:pt x="127405" y="851393"/>
                      <a:pt x="146336" y="880769"/>
                      <a:pt x="146336" y="933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0" name="Google Shape;90;p7"/>
            <p:cNvSpPr/>
            <p:nvPr/>
          </p:nvSpPr>
          <p:spPr>
            <a:xfrm>
              <a:off x="194238" y="62825"/>
              <a:ext cx="384946" cy="384946"/>
            </a:xfrm>
            <a:custGeom>
              <a:rect b="b" l="l" r="r" t="t"/>
              <a:pathLst>
                <a:path extrusionOk="0" h="342936" w="342936">
                  <a:moveTo>
                    <a:pt x="171468" y="0"/>
                  </a:moveTo>
                  <a:cubicBezTo>
                    <a:pt x="76776" y="0"/>
                    <a:pt x="0" y="76776"/>
                    <a:pt x="0" y="171468"/>
                  </a:cubicBezTo>
                  <a:cubicBezTo>
                    <a:pt x="0" y="266160"/>
                    <a:pt x="76776" y="342936"/>
                    <a:pt x="171468" y="342936"/>
                  </a:cubicBezTo>
                  <a:cubicBezTo>
                    <a:pt x="266160" y="342936"/>
                    <a:pt x="342936" y="266160"/>
                    <a:pt x="342936" y="171468"/>
                  </a:cubicBezTo>
                  <a:cubicBezTo>
                    <a:pt x="342936" y="76776"/>
                    <a:pt x="266160" y="0"/>
                    <a:pt x="171468" y="0"/>
                  </a:cubicBezTo>
                  <a:close/>
                  <a:moveTo>
                    <a:pt x="171468" y="281863"/>
                  </a:moveTo>
                  <a:cubicBezTo>
                    <a:pt x="110504" y="281863"/>
                    <a:pt x="61073" y="232432"/>
                    <a:pt x="61073" y="171468"/>
                  </a:cubicBezTo>
                  <a:cubicBezTo>
                    <a:pt x="61073" y="110504"/>
                    <a:pt x="110504" y="61073"/>
                    <a:pt x="171468" y="61073"/>
                  </a:cubicBezTo>
                  <a:cubicBezTo>
                    <a:pt x="232432" y="61073"/>
                    <a:pt x="281863" y="110504"/>
                    <a:pt x="281863" y="171468"/>
                  </a:cubicBezTo>
                  <a:cubicBezTo>
                    <a:pt x="281863" y="232432"/>
                    <a:pt x="232432" y="281863"/>
                    <a:pt x="171468" y="2818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7"/>
            <p:cNvSpPr/>
            <p:nvPr/>
          </p:nvSpPr>
          <p:spPr>
            <a:xfrm flipH="1">
              <a:off x="112447" y="523113"/>
              <a:ext cx="168503" cy="168530"/>
            </a:xfrm>
            <a:custGeom>
              <a:rect b="b" l="l" r="r" t="t"/>
              <a:pathLst>
                <a:path extrusionOk="0" h="224707" w="224671">
                  <a:moveTo>
                    <a:pt x="224671" y="96324"/>
                  </a:moveTo>
                  <a:lnTo>
                    <a:pt x="128384" y="96324"/>
                  </a:lnTo>
                  <a:lnTo>
                    <a:pt x="128384" y="0"/>
                  </a:lnTo>
                  <a:lnTo>
                    <a:pt x="96324" y="0"/>
                  </a:lnTo>
                  <a:lnTo>
                    <a:pt x="96324" y="96324"/>
                  </a:lnTo>
                  <a:lnTo>
                    <a:pt x="0" y="96324"/>
                  </a:lnTo>
                  <a:lnTo>
                    <a:pt x="0" y="128384"/>
                  </a:lnTo>
                  <a:lnTo>
                    <a:pt x="96324" y="128384"/>
                  </a:lnTo>
                  <a:lnTo>
                    <a:pt x="96324" y="224707"/>
                  </a:lnTo>
                  <a:lnTo>
                    <a:pt x="128384" y="224707"/>
                  </a:lnTo>
                  <a:lnTo>
                    <a:pt x="128384" y="128384"/>
                  </a:lnTo>
                  <a:lnTo>
                    <a:pt x="224671" y="128384"/>
                  </a:lnTo>
                  <a:lnTo>
                    <a:pt x="224671" y="963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7"/>
          <p:cNvSpPr txBox="1"/>
          <p:nvPr>
            <p:ph idx="1" type="subTitle"/>
          </p:nvPr>
        </p:nvSpPr>
        <p:spPr>
          <a:xfrm>
            <a:off x="905125" y="1878425"/>
            <a:ext cx="4104900" cy="17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3" name="Google Shape;93;p7"/>
          <p:cNvSpPr txBox="1"/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96" name="Google Shape;96;p8"/>
          <p:cNvGrpSpPr/>
          <p:nvPr/>
        </p:nvGrpSpPr>
        <p:grpSpPr>
          <a:xfrm>
            <a:off x="-2758140" y="-1557508"/>
            <a:ext cx="14660280" cy="7961083"/>
            <a:chOff x="-2758140" y="-1557508"/>
            <a:chExt cx="14660280" cy="7961083"/>
          </a:xfrm>
        </p:grpSpPr>
        <p:grpSp>
          <p:nvGrpSpPr>
            <p:cNvPr id="97" name="Google Shape;97;p8"/>
            <p:cNvGrpSpPr/>
            <p:nvPr/>
          </p:nvGrpSpPr>
          <p:grpSpPr>
            <a:xfrm>
              <a:off x="-2758140" y="-1557508"/>
              <a:ext cx="14660280" cy="2441322"/>
              <a:chOff x="-3148866" y="-1557508"/>
              <a:chExt cx="14660280" cy="2441322"/>
            </a:xfrm>
          </p:grpSpPr>
          <p:sp>
            <p:nvSpPr>
              <p:cNvPr id="98" name="Google Shape;98;p8"/>
              <p:cNvSpPr/>
              <p:nvPr/>
            </p:nvSpPr>
            <p:spPr>
              <a:xfrm rot="-5400000">
                <a:off x="-316424" y="-4389950"/>
                <a:ext cx="2441322" cy="8106205"/>
              </a:xfrm>
              <a:custGeom>
                <a:rect b="b" l="l" r="r" t="t"/>
                <a:pathLst>
                  <a:path extrusionOk="0" h="5027104" w="1513998">
                    <a:moveTo>
                      <a:pt x="245650" y="0"/>
                    </a:moveTo>
                    <a:cubicBezTo>
                      <a:pt x="148780" y="191834"/>
                      <a:pt x="0" y="303276"/>
                      <a:pt x="0" y="645414"/>
                    </a:cubicBezTo>
                    <a:cubicBezTo>
                      <a:pt x="0" y="1152811"/>
                      <a:pt x="327184" y="1152811"/>
                      <a:pt x="327184" y="1660303"/>
                    </a:cubicBezTo>
                    <a:cubicBezTo>
                      <a:pt x="327184" y="2167795"/>
                      <a:pt x="0" y="2167795"/>
                      <a:pt x="0" y="2675191"/>
                    </a:cubicBezTo>
                    <a:cubicBezTo>
                      <a:pt x="0" y="3182588"/>
                      <a:pt x="327184" y="3182588"/>
                      <a:pt x="327184" y="3690080"/>
                    </a:cubicBezTo>
                    <a:cubicBezTo>
                      <a:pt x="327184" y="4197573"/>
                      <a:pt x="0" y="4197573"/>
                      <a:pt x="0" y="4705065"/>
                    </a:cubicBezTo>
                    <a:cubicBezTo>
                      <a:pt x="0" y="4843177"/>
                      <a:pt x="24289" y="4943666"/>
                      <a:pt x="59531" y="5027105"/>
                    </a:cubicBezTo>
                    <a:lnTo>
                      <a:pt x="1513998" y="5027105"/>
                    </a:lnTo>
                    <a:lnTo>
                      <a:pt x="1513998" y="0"/>
                    </a:lnTo>
                    <a:lnTo>
                      <a:pt x="2455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8"/>
              <p:cNvSpPr/>
              <p:nvPr/>
            </p:nvSpPr>
            <p:spPr>
              <a:xfrm rot="-5400000">
                <a:off x="6237651" y="-4389950"/>
                <a:ext cx="2441322" cy="8106205"/>
              </a:xfrm>
              <a:custGeom>
                <a:rect b="b" l="l" r="r" t="t"/>
                <a:pathLst>
                  <a:path extrusionOk="0" h="5027104" w="1513998">
                    <a:moveTo>
                      <a:pt x="245650" y="0"/>
                    </a:moveTo>
                    <a:cubicBezTo>
                      <a:pt x="148780" y="191834"/>
                      <a:pt x="0" y="303276"/>
                      <a:pt x="0" y="645414"/>
                    </a:cubicBezTo>
                    <a:cubicBezTo>
                      <a:pt x="0" y="1152811"/>
                      <a:pt x="327184" y="1152811"/>
                      <a:pt x="327184" y="1660303"/>
                    </a:cubicBezTo>
                    <a:cubicBezTo>
                      <a:pt x="327184" y="2167795"/>
                      <a:pt x="0" y="2167795"/>
                      <a:pt x="0" y="2675191"/>
                    </a:cubicBezTo>
                    <a:cubicBezTo>
                      <a:pt x="0" y="3182588"/>
                      <a:pt x="327184" y="3182588"/>
                      <a:pt x="327184" y="3690080"/>
                    </a:cubicBezTo>
                    <a:cubicBezTo>
                      <a:pt x="327184" y="4197573"/>
                      <a:pt x="0" y="4197573"/>
                      <a:pt x="0" y="4705065"/>
                    </a:cubicBezTo>
                    <a:cubicBezTo>
                      <a:pt x="0" y="4843177"/>
                      <a:pt x="24289" y="4943666"/>
                      <a:pt x="59531" y="5027105"/>
                    </a:cubicBezTo>
                    <a:lnTo>
                      <a:pt x="1513998" y="5027105"/>
                    </a:lnTo>
                    <a:lnTo>
                      <a:pt x="1513998" y="0"/>
                    </a:lnTo>
                    <a:lnTo>
                      <a:pt x="2455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" name="Google Shape;100;p8"/>
            <p:cNvGrpSpPr/>
            <p:nvPr/>
          </p:nvGrpSpPr>
          <p:grpSpPr>
            <a:xfrm>
              <a:off x="96643" y="-185591"/>
              <a:ext cx="9511162" cy="6589166"/>
              <a:chOff x="96643" y="-185591"/>
              <a:chExt cx="9511162" cy="6589166"/>
            </a:xfrm>
          </p:grpSpPr>
          <p:sp>
            <p:nvSpPr>
              <p:cNvPr id="101" name="Google Shape;101;p8"/>
              <p:cNvSpPr/>
              <p:nvPr/>
            </p:nvSpPr>
            <p:spPr>
              <a:xfrm flipH="1">
                <a:off x="988224" y="372624"/>
                <a:ext cx="251315" cy="251315"/>
              </a:xfrm>
              <a:custGeom>
                <a:rect b="b" l="l" r="r" t="t"/>
                <a:pathLst>
                  <a:path extrusionOk="0" h="207698" w="207698">
                    <a:moveTo>
                      <a:pt x="207698" y="89035"/>
                    </a:moveTo>
                    <a:lnTo>
                      <a:pt x="139590" y="89035"/>
                    </a:lnTo>
                    <a:lnTo>
                      <a:pt x="187752" y="40909"/>
                    </a:lnTo>
                    <a:lnTo>
                      <a:pt x="166790" y="19947"/>
                    </a:lnTo>
                    <a:lnTo>
                      <a:pt x="118664" y="68072"/>
                    </a:lnTo>
                    <a:lnTo>
                      <a:pt x="118664" y="0"/>
                    </a:lnTo>
                    <a:lnTo>
                      <a:pt x="89034" y="0"/>
                    </a:lnTo>
                    <a:lnTo>
                      <a:pt x="89034" y="68072"/>
                    </a:lnTo>
                    <a:lnTo>
                      <a:pt x="40872" y="19947"/>
                    </a:lnTo>
                    <a:lnTo>
                      <a:pt x="19947" y="40909"/>
                    </a:lnTo>
                    <a:lnTo>
                      <a:pt x="68072" y="89035"/>
                    </a:lnTo>
                    <a:lnTo>
                      <a:pt x="0" y="89035"/>
                    </a:lnTo>
                    <a:lnTo>
                      <a:pt x="0" y="118664"/>
                    </a:lnTo>
                    <a:lnTo>
                      <a:pt x="68072" y="118664"/>
                    </a:lnTo>
                    <a:lnTo>
                      <a:pt x="19947" y="166790"/>
                    </a:lnTo>
                    <a:lnTo>
                      <a:pt x="40872" y="187752"/>
                    </a:lnTo>
                    <a:lnTo>
                      <a:pt x="89034" y="139626"/>
                    </a:lnTo>
                    <a:lnTo>
                      <a:pt x="89034" y="207698"/>
                    </a:lnTo>
                    <a:lnTo>
                      <a:pt x="118664" y="207698"/>
                    </a:lnTo>
                    <a:lnTo>
                      <a:pt x="118664" y="139626"/>
                    </a:lnTo>
                    <a:lnTo>
                      <a:pt x="166790" y="187752"/>
                    </a:lnTo>
                    <a:lnTo>
                      <a:pt x="187752" y="166790"/>
                    </a:lnTo>
                    <a:lnTo>
                      <a:pt x="139590" y="118664"/>
                    </a:lnTo>
                    <a:lnTo>
                      <a:pt x="207698" y="118664"/>
                    </a:lnTo>
                    <a:lnTo>
                      <a:pt x="207698" y="890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" name="Google Shape;102;p8"/>
              <p:cNvGrpSpPr/>
              <p:nvPr/>
            </p:nvGrpSpPr>
            <p:grpSpPr>
              <a:xfrm>
                <a:off x="7409911" y="-185591"/>
                <a:ext cx="1275844" cy="476741"/>
                <a:chOff x="1029776" y="-2882299"/>
                <a:chExt cx="700397" cy="261744"/>
              </a:xfrm>
            </p:grpSpPr>
            <p:sp>
              <p:nvSpPr>
                <p:cNvPr id="103" name="Google Shape;103;p8"/>
                <p:cNvSpPr/>
                <p:nvPr/>
              </p:nvSpPr>
              <p:spPr>
                <a:xfrm>
                  <a:off x="1029776" y="-2882299"/>
                  <a:ext cx="700397" cy="109751"/>
                </a:xfrm>
                <a:custGeom>
                  <a:rect b="b" l="l" r="r" t="t"/>
                  <a:pathLst>
                    <a:path extrusionOk="0" h="146335" w="933863">
                      <a:moveTo>
                        <a:pt x="0" y="146335"/>
                      </a:moveTo>
                      <a:lnTo>
                        <a:pt x="0" y="50156"/>
                      </a:lnTo>
                      <a:cubicBezTo>
                        <a:pt x="24770" y="50156"/>
                        <a:pt x="34344" y="43955"/>
                        <a:pt x="51789" y="32749"/>
                      </a:cubicBezTo>
                      <a:cubicBezTo>
                        <a:pt x="73222" y="18931"/>
                        <a:pt x="102598" y="0"/>
                        <a:pt x="155692" y="0"/>
                      </a:cubicBezTo>
                      <a:cubicBezTo>
                        <a:pt x="208786" y="0"/>
                        <a:pt x="238126" y="18931"/>
                        <a:pt x="259596" y="32749"/>
                      </a:cubicBezTo>
                      <a:cubicBezTo>
                        <a:pt x="277004" y="43991"/>
                        <a:pt x="286614" y="50156"/>
                        <a:pt x="311384" y="50156"/>
                      </a:cubicBezTo>
                      <a:cubicBezTo>
                        <a:pt x="336154" y="50156"/>
                        <a:pt x="345729" y="43955"/>
                        <a:pt x="363137" y="32749"/>
                      </a:cubicBezTo>
                      <a:cubicBezTo>
                        <a:pt x="384570" y="18931"/>
                        <a:pt x="413946" y="0"/>
                        <a:pt x="467004" y="0"/>
                      </a:cubicBezTo>
                      <a:cubicBezTo>
                        <a:pt x="520062" y="0"/>
                        <a:pt x="549438" y="18931"/>
                        <a:pt x="570871" y="32749"/>
                      </a:cubicBezTo>
                      <a:cubicBezTo>
                        <a:pt x="588279" y="43991"/>
                        <a:pt x="597890" y="50156"/>
                        <a:pt x="622624" y="50156"/>
                      </a:cubicBezTo>
                      <a:cubicBezTo>
                        <a:pt x="647358" y="50156"/>
                        <a:pt x="656968" y="43955"/>
                        <a:pt x="674376" y="32749"/>
                      </a:cubicBezTo>
                      <a:cubicBezTo>
                        <a:pt x="695810" y="18931"/>
                        <a:pt x="725185" y="0"/>
                        <a:pt x="778243" y="0"/>
                      </a:cubicBezTo>
                      <a:cubicBezTo>
                        <a:pt x="831301" y="0"/>
                        <a:pt x="860677" y="18931"/>
                        <a:pt x="882111" y="32749"/>
                      </a:cubicBezTo>
                      <a:cubicBezTo>
                        <a:pt x="899519" y="43991"/>
                        <a:pt x="909129" y="50156"/>
                        <a:pt x="933863" y="50156"/>
                      </a:cubicBezTo>
                      <a:lnTo>
                        <a:pt x="933863" y="146335"/>
                      </a:lnTo>
                      <a:cubicBezTo>
                        <a:pt x="880805" y="146335"/>
                        <a:pt x="851429" y="127404"/>
                        <a:pt x="829996" y="113587"/>
                      </a:cubicBezTo>
                      <a:cubicBezTo>
                        <a:pt x="812588" y="102344"/>
                        <a:pt x="802977" y="96179"/>
                        <a:pt x="778243" y="96179"/>
                      </a:cubicBezTo>
                      <a:cubicBezTo>
                        <a:pt x="753510" y="96179"/>
                        <a:pt x="743899" y="102380"/>
                        <a:pt x="726491" y="113587"/>
                      </a:cubicBezTo>
                      <a:cubicBezTo>
                        <a:pt x="705058" y="127404"/>
                        <a:pt x="675682" y="146335"/>
                        <a:pt x="622624" y="146335"/>
                      </a:cubicBezTo>
                      <a:cubicBezTo>
                        <a:pt x="569566" y="146335"/>
                        <a:pt x="540190" y="127404"/>
                        <a:pt x="518756" y="113587"/>
                      </a:cubicBezTo>
                      <a:cubicBezTo>
                        <a:pt x="501348" y="102344"/>
                        <a:pt x="491738" y="96179"/>
                        <a:pt x="467004" y="96179"/>
                      </a:cubicBezTo>
                      <a:cubicBezTo>
                        <a:pt x="442270" y="96179"/>
                        <a:pt x="432660" y="102380"/>
                        <a:pt x="415252" y="113587"/>
                      </a:cubicBezTo>
                      <a:cubicBezTo>
                        <a:pt x="393818" y="127404"/>
                        <a:pt x="364442" y="146335"/>
                        <a:pt x="311384" y="146335"/>
                      </a:cubicBezTo>
                      <a:cubicBezTo>
                        <a:pt x="258326" y="146335"/>
                        <a:pt x="228951" y="127404"/>
                        <a:pt x="207481" y="113587"/>
                      </a:cubicBezTo>
                      <a:cubicBezTo>
                        <a:pt x="190073" y="102344"/>
                        <a:pt x="180462" y="96179"/>
                        <a:pt x="155692" y="96179"/>
                      </a:cubicBezTo>
                      <a:cubicBezTo>
                        <a:pt x="130922" y="96179"/>
                        <a:pt x="121348" y="102380"/>
                        <a:pt x="103904" y="113587"/>
                      </a:cubicBezTo>
                      <a:cubicBezTo>
                        <a:pt x="82470" y="127404"/>
                        <a:pt x="53094" y="146335"/>
                        <a:pt x="0" y="14633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8"/>
                <p:cNvSpPr/>
                <p:nvPr/>
              </p:nvSpPr>
              <p:spPr>
                <a:xfrm>
                  <a:off x="1029776" y="-2730306"/>
                  <a:ext cx="700397" cy="109751"/>
                </a:xfrm>
                <a:custGeom>
                  <a:rect b="b" l="l" r="r" t="t"/>
                  <a:pathLst>
                    <a:path extrusionOk="0" h="146335" w="933863">
                      <a:moveTo>
                        <a:pt x="0" y="146336"/>
                      </a:moveTo>
                      <a:lnTo>
                        <a:pt x="0" y="50157"/>
                      </a:lnTo>
                      <a:cubicBezTo>
                        <a:pt x="24770" y="50157"/>
                        <a:pt x="34344" y="43955"/>
                        <a:pt x="51789" y="32749"/>
                      </a:cubicBezTo>
                      <a:cubicBezTo>
                        <a:pt x="73222" y="18931"/>
                        <a:pt x="102598" y="0"/>
                        <a:pt x="155692" y="0"/>
                      </a:cubicBezTo>
                      <a:cubicBezTo>
                        <a:pt x="208786" y="0"/>
                        <a:pt x="238126" y="18931"/>
                        <a:pt x="259596" y="32749"/>
                      </a:cubicBezTo>
                      <a:cubicBezTo>
                        <a:pt x="277004" y="43991"/>
                        <a:pt x="286614" y="50157"/>
                        <a:pt x="311384" y="50157"/>
                      </a:cubicBezTo>
                      <a:cubicBezTo>
                        <a:pt x="336154" y="50157"/>
                        <a:pt x="345729" y="43955"/>
                        <a:pt x="363137" y="32749"/>
                      </a:cubicBezTo>
                      <a:cubicBezTo>
                        <a:pt x="384570" y="18931"/>
                        <a:pt x="413946" y="0"/>
                        <a:pt x="467004" y="0"/>
                      </a:cubicBezTo>
                      <a:cubicBezTo>
                        <a:pt x="520062" y="0"/>
                        <a:pt x="549438" y="18931"/>
                        <a:pt x="570871" y="32749"/>
                      </a:cubicBezTo>
                      <a:cubicBezTo>
                        <a:pt x="588279" y="43991"/>
                        <a:pt x="597890" y="50157"/>
                        <a:pt x="622624" y="50157"/>
                      </a:cubicBezTo>
                      <a:cubicBezTo>
                        <a:pt x="647358" y="50157"/>
                        <a:pt x="656968" y="43955"/>
                        <a:pt x="674376" y="32749"/>
                      </a:cubicBezTo>
                      <a:cubicBezTo>
                        <a:pt x="695810" y="18931"/>
                        <a:pt x="725185" y="0"/>
                        <a:pt x="778243" y="0"/>
                      </a:cubicBezTo>
                      <a:cubicBezTo>
                        <a:pt x="831301" y="0"/>
                        <a:pt x="860677" y="18931"/>
                        <a:pt x="882111" y="32749"/>
                      </a:cubicBezTo>
                      <a:cubicBezTo>
                        <a:pt x="899519" y="43991"/>
                        <a:pt x="909129" y="50157"/>
                        <a:pt x="933863" y="50157"/>
                      </a:cubicBezTo>
                      <a:lnTo>
                        <a:pt x="933863" y="146336"/>
                      </a:lnTo>
                      <a:cubicBezTo>
                        <a:pt x="880805" y="146336"/>
                        <a:pt x="851429" y="127404"/>
                        <a:pt x="829996" y="113587"/>
                      </a:cubicBezTo>
                      <a:cubicBezTo>
                        <a:pt x="812588" y="102344"/>
                        <a:pt x="802977" y="96179"/>
                        <a:pt x="778243" y="96179"/>
                      </a:cubicBezTo>
                      <a:cubicBezTo>
                        <a:pt x="753510" y="96179"/>
                        <a:pt x="743899" y="102381"/>
                        <a:pt x="726491" y="113587"/>
                      </a:cubicBezTo>
                      <a:cubicBezTo>
                        <a:pt x="705058" y="127404"/>
                        <a:pt x="675682" y="146336"/>
                        <a:pt x="622624" y="146336"/>
                      </a:cubicBezTo>
                      <a:cubicBezTo>
                        <a:pt x="569566" y="146336"/>
                        <a:pt x="540190" y="127404"/>
                        <a:pt x="518756" y="113587"/>
                      </a:cubicBezTo>
                      <a:cubicBezTo>
                        <a:pt x="501348" y="102344"/>
                        <a:pt x="491738" y="96179"/>
                        <a:pt x="467004" y="96179"/>
                      </a:cubicBezTo>
                      <a:cubicBezTo>
                        <a:pt x="442270" y="96179"/>
                        <a:pt x="432660" y="102381"/>
                        <a:pt x="415252" y="113587"/>
                      </a:cubicBezTo>
                      <a:cubicBezTo>
                        <a:pt x="393818" y="127404"/>
                        <a:pt x="364442" y="146336"/>
                        <a:pt x="311384" y="146336"/>
                      </a:cubicBezTo>
                      <a:cubicBezTo>
                        <a:pt x="258326" y="146336"/>
                        <a:pt x="228951" y="127404"/>
                        <a:pt x="207481" y="113587"/>
                      </a:cubicBezTo>
                      <a:cubicBezTo>
                        <a:pt x="190073" y="102344"/>
                        <a:pt x="180462" y="96179"/>
                        <a:pt x="155692" y="96179"/>
                      </a:cubicBezTo>
                      <a:cubicBezTo>
                        <a:pt x="130922" y="96179"/>
                        <a:pt x="121348" y="102381"/>
                        <a:pt x="103904" y="113587"/>
                      </a:cubicBezTo>
                      <a:cubicBezTo>
                        <a:pt x="82470" y="127404"/>
                        <a:pt x="53094" y="146336"/>
                        <a:pt x="0" y="14633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5" name="Google Shape;105;p8"/>
              <p:cNvSpPr/>
              <p:nvPr/>
            </p:nvSpPr>
            <p:spPr>
              <a:xfrm flipH="1">
                <a:off x="96643" y="4104588"/>
                <a:ext cx="476681" cy="476681"/>
              </a:xfrm>
              <a:custGeom>
                <a:rect b="b" l="l" r="r" t="t"/>
                <a:pathLst>
                  <a:path extrusionOk="0" h="342936" w="342936">
                    <a:moveTo>
                      <a:pt x="171468" y="0"/>
                    </a:moveTo>
                    <a:cubicBezTo>
                      <a:pt x="76776" y="0"/>
                      <a:pt x="0" y="76776"/>
                      <a:pt x="0" y="171468"/>
                    </a:cubicBezTo>
                    <a:cubicBezTo>
                      <a:pt x="0" y="266160"/>
                      <a:pt x="76776" y="342936"/>
                      <a:pt x="171468" y="342936"/>
                    </a:cubicBezTo>
                    <a:cubicBezTo>
                      <a:pt x="266160" y="342936"/>
                      <a:pt x="342936" y="266160"/>
                      <a:pt x="342936" y="171468"/>
                    </a:cubicBezTo>
                    <a:cubicBezTo>
                      <a:pt x="342936" y="76776"/>
                      <a:pt x="266160" y="0"/>
                      <a:pt x="171468" y="0"/>
                    </a:cubicBezTo>
                    <a:close/>
                    <a:moveTo>
                      <a:pt x="171468" y="281863"/>
                    </a:moveTo>
                    <a:cubicBezTo>
                      <a:pt x="110504" y="281863"/>
                      <a:pt x="61073" y="232432"/>
                      <a:pt x="61073" y="171468"/>
                    </a:cubicBezTo>
                    <a:cubicBezTo>
                      <a:pt x="61073" y="110504"/>
                      <a:pt x="110504" y="61073"/>
                      <a:pt x="171468" y="61073"/>
                    </a:cubicBezTo>
                    <a:cubicBezTo>
                      <a:pt x="232432" y="61073"/>
                      <a:pt x="281863" y="110504"/>
                      <a:pt x="281863" y="171468"/>
                    </a:cubicBezTo>
                    <a:cubicBezTo>
                      <a:pt x="281863" y="232432"/>
                      <a:pt x="232432" y="281863"/>
                      <a:pt x="171468" y="281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6" name="Google Shape;106;p8"/>
              <p:cNvGrpSpPr/>
              <p:nvPr/>
            </p:nvGrpSpPr>
            <p:grpSpPr>
              <a:xfrm flipH="1" rot="-5400000">
                <a:off x="7832003" y="4627772"/>
                <a:ext cx="2367791" cy="1183814"/>
                <a:chOff x="6896277" y="-5142175"/>
                <a:chExt cx="803104" cy="401551"/>
              </a:xfrm>
            </p:grpSpPr>
            <p:sp>
              <p:nvSpPr>
                <p:cNvPr id="107" name="Google Shape;107;p8"/>
                <p:cNvSpPr/>
                <p:nvPr/>
              </p:nvSpPr>
              <p:spPr>
                <a:xfrm>
                  <a:off x="6896277" y="-5142175"/>
                  <a:ext cx="803104" cy="401551"/>
                </a:xfrm>
                <a:custGeom>
                  <a:rect b="b" l="l" r="r" t="t"/>
                  <a:pathLst>
                    <a:path extrusionOk="0" h="535402" w="1070805">
                      <a:moveTo>
                        <a:pt x="90884" y="535403"/>
                      </a:moveTo>
                      <a:cubicBezTo>
                        <a:pt x="90884" y="289915"/>
                        <a:pt x="289914" y="90884"/>
                        <a:pt x="535402" y="90884"/>
                      </a:cubicBezTo>
                      <a:cubicBezTo>
                        <a:pt x="780890" y="90884"/>
                        <a:pt x="979921" y="289915"/>
                        <a:pt x="979921" y="535403"/>
                      </a:cubicBezTo>
                      <a:lnTo>
                        <a:pt x="1070806" y="535403"/>
                      </a:lnTo>
                      <a:cubicBezTo>
                        <a:pt x="1070806" y="239722"/>
                        <a:pt x="831120" y="0"/>
                        <a:pt x="535402" y="0"/>
                      </a:cubicBezTo>
                      <a:cubicBezTo>
                        <a:pt x="239685" y="0"/>
                        <a:pt x="0" y="239685"/>
                        <a:pt x="0" y="535403"/>
                      </a:cubicBezTo>
                      <a:lnTo>
                        <a:pt x="90884" y="53540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8"/>
                <p:cNvSpPr/>
                <p:nvPr/>
              </p:nvSpPr>
              <p:spPr>
                <a:xfrm>
                  <a:off x="7118908" y="-4919517"/>
                  <a:ext cx="357788" cy="178893"/>
                </a:xfrm>
                <a:custGeom>
                  <a:rect b="b" l="l" r="r" t="t"/>
                  <a:pathLst>
                    <a:path extrusionOk="0" h="238524" w="477050">
                      <a:moveTo>
                        <a:pt x="238525" y="84936"/>
                      </a:moveTo>
                      <a:cubicBezTo>
                        <a:pt x="323353" y="84936"/>
                        <a:pt x="392114" y="153698"/>
                        <a:pt x="392114" y="238525"/>
                      </a:cubicBezTo>
                      <a:lnTo>
                        <a:pt x="477050" y="238525"/>
                      </a:lnTo>
                      <a:cubicBezTo>
                        <a:pt x="477050" y="106805"/>
                        <a:pt x="370282" y="0"/>
                        <a:pt x="238525" y="0"/>
                      </a:cubicBezTo>
                      <a:cubicBezTo>
                        <a:pt x="106769" y="0"/>
                        <a:pt x="0" y="106769"/>
                        <a:pt x="0" y="238525"/>
                      </a:cubicBezTo>
                      <a:lnTo>
                        <a:pt x="84937" y="238525"/>
                      </a:lnTo>
                      <a:cubicBezTo>
                        <a:pt x="84937" y="153698"/>
                        <a:pt x="153698" y="84936"/>
                        <a:pt x="238525" y="8493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9" name="Google Shape;109;p8"/>
              <p:cNvSpPr/>
              <p:nvPr/>
            </p:nvSpPr>
            <p:spPr>
              <a:xfrm>
                <a:off x="461777" y="4695133"/>
                <a:ext cx="286459" cy="286459"/>
              </a:xfrm>
              <a:custGeom>
                <a:rect b="b" l="l" r="r" t="t"/>
                <a:pathLst>
                  <a:path extrusionOk="0" h="836378" w="836378">
                    <a:moveTo>
                      <a:pt x="836379" y="418189"/>
                    </a:moveTo>
                    <a:cubicBezTo>
                      <a:pt x="836379" y="649149"/>
                      <a:pt x="649149" y="836379"/>
                      <a:pt x="418189" y="836379"/>
                    </a:cubicBezTo>
                    <a:cubicBezTo>
                      <a:pt x="187229" y="836379"/>
                      <a:pt x="0" y="649149"/>
                      <a:pt x="0" y="418189"/>
                    </a:cubicBezTo>
                    <a:cubicBezTo>
                      <a:pt x="0" y="187230"/>
                      <a:pt x="187229" y="0"/>
                      <a:pt x="418189" y="0"/>
                    </a:cubicBezTo>
                    <a:cubicBezTo>
                      <a:pt x="649149" y="0"/>
                      <a:pt x="836379" y="187230"/>
                      <a:pt x="836379" y="4181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/>
          <p:nvPr>
            <p:ph type="title"/>
          </p:nvPr>
        </p:nvSpPr>
        <p:spPr>
          <a:xfrm>
            <a:off x="2135550" y="12653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2" name="Google Shape;112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3" name="Google Shape;113;p9"/>
          <p:cNvGrpSpPr/>
          <p:nvPr/>
        </p:nvGrpSpPr>
        <p:grpSpPr>
          <a:xfrm>
            <a:off x="96569" y="-786514"/>
            <a:ext cx="8785186" cy="5831337"/>
            <a:chOff x="96569" y="-786514"/>
            <a:chExt cx="8785186" cy="5831337"/>
          </a:xfrm>
        </p:grpSpPr>
        <p:grpSp>
          <p:nvGrpSpPr>
            <p:cNvPr id="114" name="Google Shape;114;p9"/>
            <p:cNvGrpSpPr/>
            <p:nvPr/>
          </p:nvGrpSpPr>
          <p:grpSpPr>
            <a:xfrm flipH="1" rot="5400000">
              <a:off x="1324312" y="-380059"/>
              <a:ext cx="1298070" cy="485159"/>
              <a:chOff x="540500" y="421329"/>
              <a:chExt cx="1298070" cy="485159"/>
            </a:xfrm>
          </p:grpSpPr>
          <p:sp>
            <p:nvSpPr>
              <p:cNvPr id="115" name="Google Shape;115;p9"/>
              <p:cNvSpPr/>
              <p:nvPr/>
            </p:nvSpPr>
            <p:spPr>
              <a:xfrm>
                <a:off x="540500" y="421329"/>
                <a:ext cx="1298070" cy="203406"/>
              </a:xfrm>
              <a:custGeom>
                <a:rect b="b" l="l" r="r" t="t"/>
                <a:pathLst>
                  <a:path extrusionOk="0" h="146335" w="933863">
                    <a:moveTo>
                      <a:pt x="0" y="146335"/>
                    </a:moveTo>
                    <a:lnTo>
                      <a:pt x="0" y="50156"/>
                    </a:lnTo>
                    <a:cubicBezTo>
                      <a:pt x="24770" y="50156"/>
                      <a:pt x="34344" y="43955"/>
                      <a:pt x="51789" y="32749"/>
                    </a:cubicBezTo>
                    <a:cubicBezTo>
                      <a:pt x="73222" y="18931"/>
                      <a:pt x="102598" y="0"/>
                      <a:pt x="155692" y="0"/>
                    </a:cubicBezTo>
                    <a:cubicBezTo>
                      <a:pt x="208786" y="0"/>
                      <a:pt x="238126" y="18931"/>
                      <a:pt x="259596" y="32749"/>
                    </a:cubicBezTo>
                    <a:cubicBezTo>
                      <a:pt x="277004" y="43991"/>
                      <a:pt x="286614" y="50156"/>
                      <a:pt x="311384" y="50156"/>
                    </a:cubicBezTo>
                    <a:cubicBezTo>
                      <a:pt x="336154" y="50156"/>
                      <a:pt x="345729" y="43955"/>
                      <a:pt x="363137" y="32749"/>
                    </a:cubicBezTo>
                    <a:cubicBezTo>
                      <a:pt x="384570" y="18931"/>
                      <a:pt x="413946" y="0"/>
                      <a:pt x="467004" y="0"/>
                    </a:cubicBezTo>
                    <a:cubicBezTo>
                      <a:pt x="520062" y="0"/>
                      <a:pt x="549438" y="18931"/>
                      <a:pt x="570871" y="32749"/>
                    </a:cubicBezTo>
                    <a:cubicBezTo>
                      <a:pt x="588279" y="43991"/>
                      <a:pt x="597890" y="50156"/>
                      <a:pt x="622624" y="50156"/>
                    </a:cubicBezTo>
                    <a:cubicBezTo>
                      <a:pt x="647358" y="50156"/>
                      <a:pt x="656968" y="43955"/>
                      <a:pt x="674376" y="32749"/>
                    </a:cubicBezTo>
                    <a:cubicBezTo>
                      <a:pt x="695810" y="18931"/>
                      <a:pt x="725185" y="0"/>
                      <a:pt x="778243" y="0"/>
                    </a:cubicBezTo>
                    <a:cubicBezTo>
                      <a:pt x="831301" y="0"/>
                      <a:pt x="860677" y="18931"/>
                      <a:pt x="882111" y="32749"/>
                    </a:cubicBezTo>
                    <a:cubicBezTo>
                      <a:pt x="899519" y="43991"/>
                      <a:pt x="909129" y="50156"/>
                      <a:pt x="933863" y="50156"/>
                    </a:cubicBezTo>
                    <a:lnTo>
                      <a:pt x="933863" y="146335"/>
                    </a:lnTo>
                    <a:cubicBezTo>
                      <a:pt x="880805" y="146335"/>
                      <a:pt x="851429" y="127404"/>
                      <a:pt x="829996" y="113587"/>
                    </a:cubicBezTo>
                    <a:cubicBezTo>
                      <a:pt x="812588" y="102344"/>
                      <a:pt x="802977" y="96179"/>
                      <a:pt x="778243" y="96179"/>
                    </a:cubicBezTo>
                    <a:cubicBezTo>
                      <a:pt x="753510" y="96179"/>
                      <a:pt x="743899" y="102380"/>
                      <a:pt x="726491" y="113587"/>
                    </a:cubicBezTo>
                    <a:cubicBezTo>
                      <a:pt x="705058" y="127404"/>
                      <a:pt x="675682" y="146335"/>
                      <a:pt x="622624" y="146335"/>
                    </a:cubicBezTo>
                    <a:cubicBezTo>
                      <a:pt x="569566" y="146335"/>
                      <a:pt x="540190" y="127404"/>
                      <a:pt x="518756" y="113587"/>
                    </a:cubicBezTo>
                    <a:cubicBezTo>
                      <a:pt x="501348" y="102344"/>
                      <a:pt x="491738" y="96179"/>
                      <a:pt x="467004" y="96179"/>
                    </a:cubicBezTo>
                    <a:cubicBezTo>
                      <a:pt x="442270" y="96179"/>
                      <a:pt x="432660" y="102380"/>
                      <a:pt x="415252" y="113587"/>
                    </a:cubicBezTo>
                    <a:cubicBezTo>
                      <a:pt x="393818" y="127404"/>
                      <a:pt x="364442" y="146335"/>
                      <a:pt x="311384" y="146335"/>
                    </a:cubicBezTo>
                    <a:cubicBezTo>
                      <a:pt x="258326" y="146335"/>
                      <a:pt x="228951" y="127404"/>
                      <a:pt x="207481" y="113587"/>
                    </a:cubicBezTo>
                    <a:cubicBezTo>
                      <a:pt x="190073" y="102344"/>
                      <a:pt x="180462" y="96179"/>
                      <a:pt x="155692" y="96179"/>
                    </a:cubicBezTo>
                    <a:cubicBezTo>
                      <a:pt x="130922" y="96179"/>
                      <a:pt x="121348" y="102380"/>
                      <a:pt x="103904" y="113587"/>
                    </a:cubicBezTo>
                    <a:cubicBezTo>
                      <a:pt x="82470" y="127404"/>
                      <a:pt x="53094" y="146335"/>
                      <a:pt x="0" y="14633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9"/>
              <p:cNvSpPr/>
              <p:nvPr/>
            </p:nvSpPr>
            <p:spPr>
              <a:xfrm>
                <a:off x="540500" y="703082"/>
                <a:ext cx="1298070" cy="203406"/>
              </a:xfrm>
              <a:custGeom>
                <a:rect b="b" l="l" r="r" t="t"/>
                <a:pathLst>
                  <a:path extrusionOk="0" h="146335" w="933863">
                    <a:moveTo>
                      <a:pt x="0" y="146336"/>
                    </a:moveTo>
                    <a:lnTo>
                      <a:pt x="0" y="50157"/>
                    </a:lnTo>
                    <a:cubicBezTo>
                      <a:pt x="24770" y="50157"/>
                      <a:pt x="34344" y="43955"/>
                      <a:pt x="51789" y="32749"/>
                    </a:cubicBezTo>
                    <a:cubicBezTo>
                      <a:pt x="73222" y="18931"/>
                      <a:pt x="102598" y="0"/>
                      <a:pt x="155692" y="0"/>
                    </a:cubicBezTo>
                    <a:cubicBezTo>
                      <a:pt x="208786" y="0"/>
                      <a:pt x="238126" y="18931"/>
                      <a:pt x="259596" y="32749"/>
                    </a:cubicBezTo>
                    <a:cubicBezTo>
                      <a:pt x="277004" y="43991"/>
                      <a:pt x="286614" y="50157"/>
                      <a:pt x="311384" y="50157"/>
                    </a:cubicBezTo>
                    <a:cubicBezTo>
                      <a:pt x="336154" y="50157"/>
                      <a:pt x="345729" y="43955"/>
                      <a:pt x="363137" y="32749"/>
                    </a:cubicBezTo>
                    <a:cubicBezTo>
                      <a:pt x="384570" y="18931"/>
                      <a:pt x="413946" y="0"/>
                      <a:pt x="467004" y="0"/>
                    </a:cubicBezTo>
                    <a:cubicBezTo>
                      <a:pt x="520062" y="0"/>
                      <a:pt x="549438" y="18931"/>
                      <a:pt x="570871" y="32749"/>
                    </a:cubicBezTo>
                    <a:cubicBezTo>
                      <a:pt x="588279" y="43991"/>
                      <a:pt x="597890" y="50157"/>
                      <a:pt x="622624" y="50157"/>
                    </a:cubicBezTo>
                    <a:cubicBezTo>
                      <a:pt x="647358" y="50157"/>
                      <a:pt x="656968" y="43955"/>
                      <a:pt x="674376" y="32749"/>
                    </a:cubicBezTo>
                    <a:cubicBezTo>
                      <a:pt x="695810" y="18931"/>
                      <a:pt x="725185" y="0"/>
                      <a:pt x="778243" y="0"/>
                    </a:cubicBezTo>
                    <a:cubicBezTo>
                      <a:pt x="831301" y="0"/>
                      <a:pt x="860677" y="18931"/>
                      <a:pt x="882111" y="32749"/>
                    </a:cubicBezTo>
                    <a:cubicBezTo>
                      <a:pt x="899519" y="43991"/>
                      <a:pt x="909129" y="50157"/>
                      <a:pt x="933863" y="50157"/>
                    </a:cubicBezTo>
                    <a:lnTo>
                      <a:pt x="933863" y="146336"/>
                    </a:lnTo>
                    <a:cubicBezTo>
                      <a:pt x="880805" y="146336"/>
                      <a:pt x="851429" y="127404"/>
                      <a:pt x="829996" y="113587"/>
                    </a:cubicBezTo>
                    <a:cubicBezTo>
                      <a:pt x="812588" y="102344"/>
                      <a:pt x="802977" y="96179"/>
                      <a:pt x="778243" y="96179"/>
                    </a:cubicBezTo>
                    <a:cubicBezTo>
                      <a:pt x="753510" y="96179"/>
                      <a:pt x="743899" y="102381"/>
                      <a:pt x="726491" y="113587"/>
                    </a:cubicBezTo>
                    <a:cubicBezTo>
                      <a:pt x="705058" y="127404"/>
                      <a:pt x="675682" y="146336"/>
                      <a:pt x="622624" y="146336"/>
                    </a:cubicBezTo>
                    <a:cubicBezTo>
                      <a:pt x="569566" y="146336"/>
                      <a:pt x="540190" y="127404"/>
                      <a:pt x="518756" y="113587"/>
                    </a:cubicBezTo>
                    <a:cubicBezTo>
                      <a:pt x="501348" y="102344"/>
                      <a:pt x="491738" y="96179"/>
                      <a:pt x="467004" y="96179"/>
                    </a:cubicBezTo>
                    <a:cubicBezTo>
                      <a:pt x="442270" y="96179"/>
                      <a:pt x="432660" y="102381"/>
                      <a:pt x="415252" y="113587"/>
                    </a:cubicBezTo>
                    <a:cubicBezTo>
                      <a:pt x="393818" y="127404"/>
                      <a:pt x="364442" y="146336"/>
                      <a:pt x="311384" y="146336"/>
                    </a:cubicBezTo>
                    <a:cubicBezTo>
                      <a:pt x="258326" y="146336"/>
                      <a:pt x="228951" y="127404"/>
                      <a:pt x="207481" y="113587"/>
                    </a:cubicBezTo>
                    <a:cubicBezTo>
                      <a:pt x="190073" y="102344"/>
                      <a:pt x="180462" y="96179"/>
                      <a:pt x="155692" y="96179"/>
                    </a:cubicBezTo>
                    <a:cubicBezTo>
                      <a:pt x="130922" y="96179"/>
                      <a:pt x="121348" y="102381"/>
                      <a:pt x="103904" y="113587"/>
                    </a:cubicBezTo>
                    <a:cubicBezTo>
                      <a:pt x="82470" y="127404"/>
                      <a:pt x="53094" y="146336"/>
                      <a:pt x="0" y="1463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" name="Google Shape;117;p9"/>
            <p:cNvSpPr/>
            <p:nvPr/>
          </p:nvSpPr>
          <p:spPr>
            <a:xfrm flipH="1">
              <a:off x="8463373" y="3719475"/>
              <a:ext cx="418382" cy="418382"/>
            </a:xfrm>
            <a:custGeom>
              <a:rect b="b" l="l" r="r" t="t"/>
              <a:pathLst>
                <a:path extrusionOk="0" h="342936" w="342936">
                  <a:moveTo>
                    <a:pt x="171468" y="0"/>
                  </a:moveTo>
                  <a:cubicBezTo>
                    <a:pt x="76776" y="0"/>
                    <a:pt x="0" y="76776"/>
                    <a:pt x="0" y="171468"/>
                  </a:cubicBezTo>
                  <a:cubicBezTo>
                    <a:pt x="0" y="266160"/>
                    <a:pt x="76776" y="342936"/>
                    <a:pt x="171468" y="342936"/>
                  </a:cubicBezTo>
                  <a:cubicBezTo>
                    <a:pt x="266160" y="342936"/>
                    <a:pt x="342936" y="266160"/>
                    <a:pt x="342936" y="171468"/>
                  </a:cubicBezTo>
                  <a:cubicBezTo>
                    <a:pt x="342936" y="76776"/>
                    <a:pt x="266160" y="0"/>
                    <a:pt x="171468" y="0"/>
                  </a:cubicBezTo>
                  <a:close/>
                  <a:moveTo>
                    <a:pt x="171468" y="281863"/>
                  </a:moveTo>
                  <a:cubicBezTo>
                    <a:pt x="110504" y="281863"/>
                    <a:pt x="61073" y="232432"/>
                    <a:pt x="61073" y="171468"/>
                  </a:cubicBezTo>
                  <a:cubicBezTo>
                    <a:pt x="61073" y="110504"/>
                    <a:pt x="110504" y="61073"/>
                    <a:pt x="171468" y="61073"/>
                  </a:cubicBezTo>
                  <a:cubicBezTo>
                    <a:pt x="232432" y="61073"/>
                    <a:pt x="281863" y="110504"/>
                    <a:pt x="281863" y="171468"/>
                  </a:cubicBezTo>
                  <a:cubicBezTo>
                    <a:pt x="281863" y="232432"/>
                    <a:pt x="232432" y="281863"/>
                    <a:pt x="171468" y="2818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8" name="Google Shape;118;p9"/>
            <p:cNvGrpSpPr/>
            <p:nvPr/>
          </p:nvGrpSpPr>
          <p:grpSpPr>
            <a:xfrm flipH="1">
              <a:off x="7750729" y="4369409"/>
              <a:ext cx="1085831" cy="675413"/>
              <a:chOff x="4274895" y="3528397"/>
              <a:chExt cx="740272" cy="460467"/>
            </a:xfrm>
          </p:grpSpPr>
          <p:sp>
            <p:nvSpPr>
              <p:cNvPr id="119" name="Google Shape;119;p9"/>
              <p:cNvSpPr/>
              <p:nvPr/>
            </p:nvSpPr>
            <p:spPr>
              <a:xfrm>
                <a:off x="4274895" y="3528397"/>
                <a:ext cx="64654" cy="460467"/>
              </a:xfrm>
              <a:custGeom>
                <a:rect b="b" l="l" r="r" t="t"/>
                <a:pathLst>
                  <a:path extrusionOk="0" h="613956" w="86205">
                    <a:moveTo>
                      <a:pt x="0" y="0"/>
                    </a:moveTo>
                    <a:lnTo>
                      <a:pt x="86206" y="0"/>
                    </a:lnTo>
                    <a:lnTo>
                      <a:pt x="86206" y="613956"/>
                    </a:lnTo>
                    <a:lnTo>
                      <a:pt x="0" y="6139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9"/>
              <p:cNvSpPr/>
              <p:nvPr/>
            </p:nvSpPr>
            <p:spPr>
              <a:xfrm>
                <a:off x="4410106" y="3528397"/>
                <a:ext cx="64654" cy="460467"/>
              </a:xfrm>
              <a:custGeom>
                <a:rect b="b" l="l" r="r" t="t"/>
                <a:pathLst>
                  <a:path extrusionOk="0" h="613956" w="86205">
                    <a:moveTo>
                      <a:pt x="0" y="0"/>
                    </a:moveTo>
                    <a:lnTo>
                      <a:pt x="86206" y="0"/>
                    </a:lnTo>
                    <a:lnTo>
                      <a:pt x="86206" y="613956"/>
                    </a:lnTo>
                    <a:lnTo>
                      <a:pt x="0" y="6139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9"/>
              <p:cNvSpPr/>
              <p:nvPr/>
            </p:nvSpPr>
            <p:spPr>
              <a:xfrm>
                <a:off x="4545290" y="3528397"/>
                <a:ext cx="64654" cy="460467"/>
              </a:xfrm>
              <a:custGeom>
                <a:rect b="b" l="l" r="r" t="t"/>
                <a:pathLst>
                  <a:path extrusionOk="0" h="613956" w="86205">
                    <a:moveTo>
                      <a:pt x="0" y="0"/>
                    </a:moveTo>
                    <a:lnTo>
                      <a:pt x="86206" y="0"/>
                    </a:lnTo>
                    <a:lnTo>
                      <a:pt x="86206" y="613956"/>
                    </a:lnTo>
                    <a:lnTo>
                      <a:pt x="0" y="6139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9"/>
              <p:cNvSpPr/>
              <p:nvPr/>
            </p:nvSpPr>
            <p:spPr>
              <a:xfrm>
                <a:off x="4680500" y="3528397"/>
                <a:ext cx="64654" cy="460467"/>
              </a:xfrm>
              <a:custGeom>
                <a:rect b="b" l="l" r="r" t="t"/>
                <a:pathLst>
                  <a:path extrusionOk="0" h="613956" w="86205">
                    <a:moveTo>
                      <a:pt x="0" y="0"/>
                    </a:moveTo>
                    <a:lnTo>
                      <a:pt x="86206" y="0"/>
                    </a:lnTo>
                    <a:lnTo>
                      <a:pt x="86206" y="613956"/>
                    </a:lnTo>
                    <a:lnTo>
                      <a:pt x="0" y="6139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9"/>
              <p:cNvSpPr/>
              <p:nvPr/>
            </p:nvSpPr>
            <p:spPr>
              <a:xfrm>
                <a:off x="4815711" y="3528397"/>
                <a:ext cx="64654" cy="460467"/>
              </a:xfrm>
              <a:custGeom>
                <a:rect b="b" l="l" r="r" t="t"/>
                <a:pathLst>
                  <a:path extrusionOk="0" h="613956" w="86205">
                    <a:moveTo>
                      <a:pt x="0" y="0"/>
                    </a:moveTo>
                    <a:lnTo>
                      <a:pt x="86206" y="0"/>
                    </a:lnTo>
                    <a:lnTo>
                      <a:pt x="86206" y="613956"/>
                    </a:lnTo>
                    <a:lnTo>
                      <a:pt x="0" y="6139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9"/>
              <p:cNvSpPr/>
              <p:nvPr/>
            </p:nvSpPr>
            <p:spPr>
              <a:xfrm>
                <a:off x="4950513" y="3528397"/>
                <a:ext cx="64654" cy="460467"/>
              </a:xfrm>
              <a:custGeom>
                <a:rect b="b" l="l" r="r" t="t"/>
                <a:pathLst>
                  <a:path extrusionOk="0" h="613956" w="86205">
                    <a:moveTo>
                      <a:pt x="0" y="0"/>
                    </a:moveTo>
                    <a:lnTo>
                      <a:pt x="86206" y="0"/>
                    </a:lnTo>
                    <a:lnTo>
                      <a:pt x="86206" y="613956"/>
                    </a:lnTo>
                    <a:lnTo>
                      <a:pt x="0" y="6139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p9"/>
            <p:cNvGrpSpPr/>
            <p:nvPr/>
          </p:nvGrpSpPr>
          <p:grpSpPr>
            <a:xfrm flipH="1">
              <a:off x="6730545" y="-201421"/>
              <a:ext cx="1425966" cy="712982"/>
              <a:chOff x="6083802" y="754477"/>
              <a:chExt cx="1350730" cy="675364"/>
            </a:xfrm>
          </p:grpSpPr>
          <p:sp>
            <p:nvSpPr>
              <p:cNvPr id="126" name="Google Shape;126;p9"/>
              <p:cNvSpPr/>
              <p:nvPr/>
            </p:nvSpPr>
            <p:spPr>
              <a:xfrm>
                <a:off x="6083802" y="754477"/>
                <a:ext cx="1350730" cy="675364"/>
              </a:xfrm>
              <a:custGeom>
                <a:rect b="b" l="l" r="r" t="t"/>
                <a:pathLst>
                  <a:path extrusionOk="0" h="601661" w="1203323">
                    <a:moveTo>
                      <a:pt x="1101196" y="0"/>
                    </a:moveTo>
                    <a:cubicBezTo>
                      <a:pt x="1101196" y="275880"/>
                      <a:pt x="877541" y="499535"/>
                      <a:pt x="601661" y="499535"/>
                    </a:cubicBezTo>
                    <a:cubicBezTo>
                      <a:pt x="325782" y="499535"/>
                      <a:pt x="102126" y="275880"/>
                      <a:pt x="102126" y="0"/>
                    </a:cubicBezTo>
                    <a:lnTo>
                      <a:pt x="0" y="0"/>
                    </a:lnTo>
                    <a:cubicBezTo>
                      <a:pt x="0" y="332274"/>
                      <a:pt x="269388" y="601662"/>
                      <a:pt x="601661" y="601662"/>
                    </a:cubicBezTo>
                    <a:cubicBezTo>
                      <a:pt x="933936" y="601662"/>
                      <a:pt x="1203324" y="332274"/>
                      <a:pt x="1203324" y="0"/>
                    </a:cubicBezTo>
                    <a:lnTo>
                      <a:pt x="1101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9"/>
              <p:cNvSpPr/>
              <p:nvPr/>
            </p:nvSpPr>
            <p:spPr>
              <a:xfrm>
                <a:off x="6393993" y="754477"/>
                <a:ext cx="776975" cy="388487"/>
              </a:xfrm>
              <a:custGeom>
                <a:rect b="b" l="l" r="r" t="t"/>
                <a:pathLst>
                  <a:path extrusionOk="0" h="346091" w="692183">
                    <a:moveTo>
                      <a:pt x="346091" y="222858"/>
                    </a:moveTo>
                    <a:cubicBezTo>
                      <a:pt x="223003" y="222858"/>
                      <a:pt x="123234" y="123089"/>
                      <a:pt x="123234" y="0"/>
                    </a:cubicBezTo>
                    <a:lnTo>
                      <a:pt x="0" y="0"/>
                    </a:lnTo>
                    <a:cubicBezTo>
                      <a:pt x="0" y="191161"/>
                      <a:pt x="154967" y="346091"/>
                      <a:pt x="346091" y="346091"/>
                    </a:cubicBezTo>
                    <a:cubicBezTo>
                      <a:pt x="537216" y="346091"/>
                      <a:pt x="692183" y="191125"/>
                      <a:pt x="692183" y="0"/>
                    </a:cubicBezTo>
                    <a:lnTo>
                      <a:pt x="568949" y="0"/>
                    </a:lnTo>
                    <a:cubicBezTo>
                      <a:pt x="568949" y="123089"/>
                      <a:pt x="469180" y="222858"/>
                      <a:pt x="346091" y="2228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8" name="Google Shape;128;p9"/>
            <p:cNvSpPr/>
            <p:nvPr/>
          </p:nvSpPr>
          <p:spPr>
            <a:xfrm flipH="1">
              <a:off x="560201" y="511556"/>
              <a:ext cx="249385" cy="249425"/>
            </a:xfrm>
            <a:custGeom>
              <a:rect b="b" l="l" r="r" t="t"/>
              <a:pathLst>
                <a:path extrusionOk="0" h="224707" w="224671">
                  <a:moveTo>
                    <a:pt x="224671" y="96324"/>
                  </a:moveTo>
                  <a:lnTo>
                    <a:pt x="128384" y="96324"/>
                  </a:lnTo>
                  <a:lnTo>
                    <a:pt x="128384" y="0"/>
                  </a:lnTo>
                  <a:lnTo>
                    <a:pt x="96324" y="0"/>
                  </a:lnTo>
                  <a:lnTo>
                    <a:pt x="96324" y="96324"/>
                  </a:lnTo>
                  <a:lnTo>
                    <a:pt x="0" y="96324"/>
                  </a:lnTo>
                  <a:lnTo>
                    <a:pt x="0" y="128384"/>
                  </a:lnTo>
                  <a:lnTo>
                    <a:pt x="96324" y="128384"/>
                  </a:lnTo>
                  <a:lnTo>
                    <a:pt x="96324" y="224707"/>
                  </a:lnTo>
                  <a:lnTo>
                    <a:pt x="128384" y="224707"/>
                  </a:lnTo>
                  <a:lnTo>
                    <a:pt x="128384" y="128384"/>
                  </a:lnTo>
                  <a:lnTo>
                    <a:pt x="224671" y="128384"/>
                  </a:lnTo>
                  <a:lnTo>
                    <a:pt x="224671" y="963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9"/>
            <p:cNvSpPr/>
            <p:nvPr/>
          </p:nvSpPr>
          <p:spPr>
            <a:xfrm flipH="1">
              <a:off x="96569" y="760963"/>
              <a:ext cx="713012" cy="713012"/>
            </a:xfrm>
            <a:custGeom>
              <a:rect b="b" l="l" r="r" t="t"/>
              <a:pathLst>
                <a:path extrusionOk="0" h="836378" w="836378">
                  <a:moveTo>
                    <a:pt x="836379" y="418189"/>
                  </a:moveTo>
                  <a:cubicBezTo>
                    <a:pt x="836379" y="649149"/>
                    <a:pt x="649149" y="836379"/>
                    <a:pt x="418189" y="836379"/>
                  </a:cubicBezTo>
                  <a:cubicBezTo>
                    <a:pt x="187229" y="836379"/>
                    <a:pt x="0" y="649149"/>
                    <a:pt x="0" y="418189"/>
                  </a:cubicBezTo>
                  <a:cubicBezTo>
                    <a:pt x="0" y="187230"/>
                    <a:pt x="187229" y="0"/>
                    <a:pt x="418189" y="0"/>
                  </a:cubicBezTo>
                  <a:cubicBezTo>
                    <a:pt x="649149" y="0"/>
                    <a:pt x="836379" y="187230"/>
                    <a:pt x="836379" y="418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/>
          <p:nvPr>
            <p:ph idx="2" type="pic"/>
          </p:nvPr>
        </p:nvSpPr>
        <p:spPr>
          <a:xfrm>
            <a:off x="-112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>
            <p:ph hasCustomPrompt="1" type="title"/>
          </p:nvPr>
        </p:nvSpPr>
        <p:spPr>
          <a:xfrm>
            <a:off x="1284000" y="1667175"/>
            <a:ext cx="6576000" cy="13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35" name="Google Shape;135;p11"/>
          <p:cNvSpPr txBox="1"/>
          <p:nvPr>
            <p:ph idx="1" type="subTitle"/>
          </p:nvPr>
        </p:nvSpPr>
        <p:spPr>
          <a:xfrm>
            <a:off x="1284000" y="297922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9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36" name="Google Shape;136;p11"/>
          <p:cNvGrpSpPr/>
          <p:nvPr/>
        </p:nvGrpSpPr>
        <p:grpSpPr>
          <a:xfrm>
            <a:off x="-2666515" y="771997"/>
            <a:ext cx="14660280" cy="6119916"/>
            <a:chOff x="-2666515" y="771997"/>
            <a:chExt cx="14660280" cy="6119916"/>
          </a:xfrm>
        </p:grpSpPr>
        <p:grpSp>
          <p:nvGrpSpPr>
            <p:cNvPr id="137" name="Google Shape;137;p11"/>
            <p:cNvGrpSpPr/>
            <p:nvPr/>
          </p:nvGrpSpPr>
          <p:grpSpPr>
            <a:xfrm rot="10800000">
              <a:off x="-2666515" y="4450592"/>
              <a:ext cx="14660280" cy="2441322"/>
              <a:chOff x="-3148866" y="-1557508"/>
              <a:chExt cx="14660280" cy="2441322"/>
            </a:xfrm>
          </p:grpSpPr>
          <p:sp>
            <p:nvSpPr>
              <p:cNvPr id="138" name="Google Shape;138;p11"/>
              <p:cNvSpPr/>
              <p:nvPr/>
            </p:nvSpPr>
            <p:spPr>
              <a:xfrm rot="-5400000">
                <a:off x="-316424" y="-4389950"/>
                <a:ext cx="2441322" cy="8106205"/>
              </a:xfrm>
              <a:custGeom>
                <a:rect b="b" l="l" r="r" t="t"/>
                <a:pathLst>
                  <a:path extrusionOk="0" h="5027104" w="1513998">
                    <a:moveTo>
                      <a:pt x="245650" y="0"/>
                    </a:moveTo>
                    <a:cubicBezTo>
                      <a:pt x="148780" y="191834"/>
                      <a:pt x="0" y="303276"/>
                      <a:pt x="0" y="645414"/>
                    </a:cubicBezTo>
                    <a:cubicBezTo>
                      <a:pt x="0" y="1152811"/>
                      <a:pt x="327184" y="1152811"/>
                      <a:pt x="327184" y="1660303"/>
                    </a:cubicBezTo>
                    <a:cubicBezTo>
                      <a:pt x="327184" y="2167795"/>
                      <a:pt x="0" y="2167795"/>
                      <a:pt x="0" y="2675191"/>
                    </a:cubicBezTo>
                    <a:cubicBezTo>
                      <a:pt x="0" y="3182588"/>
                      <a:pt x="327184" y="3182588"/>
                      <a:pt x="327184" y="3690080"/>
                    </a:cubicBezTo>
                    <a:cubicBezTo>
                      <a:pt x="327184" y="4197573"/>
                      <a:pt x="0" y="4197573"/>
                      <a:pt x="0" y="4705065"/>
                    </a:cubicBezTo>
                    <a:cubicBezTo>
                      <a:pt x="0" y="4843177"/>
                      <a:pt x="24289" y="4943666"/>
                      <a:pt x="59531" y="5027105"/>
                    </a:cubicBezTo>
                    <a:lnTo>
                      <a:pt x="1513998" y="5027105"/>
                    </a:lnTo>
                    <a:lnTo>
                      <a:pt x="1513998" y="0"/>
                    </a:lnTo>
                    <a:lnTo>
                      <a:pt x="2455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1"/>
              <p:cNvSpPr/>
              <p:nvPr/>
            </p:nvSpPr>
            <p:spPr>
              <a:xfrm rot="-5400000">
                <a:off x="6237651" y="-4389950"/>
                <a:ext cx="2441322" cy="8106205"/>
              </a:xfrm>
              <a:custGeom>
                <a:rect b="b" l="l" r="r" t="t"/>
                <a:pathLst>
                  <a:path extrusionOk="0" h="5027104" w="1513998">
                    <a:moveTo>
                      <a:pt x="245650" y="0"/>
                    </a:moveTo>
                    <a:cubicBezTo>
                      <a:pt x="148780" y="191834"/>
                      <a:pt x="0" y="303276"/>
                      <a:pt x="0" y="645414"/>
                    </a:cubicBezTo>
                    <a:cubicBezTo>
                      <a:pt x="0" y="1152811"/>
                      <a:pt x="327184" y="1152811"/>
                      <a:pt x="327184" y="1660303"/>
                    </a:cubicBezTo>
                    <a:cubicBezTo>
                      <a:pt x="327184" y="2167795"/>
                      <a:pt x="0" y="2167795"/>
                      <a:pt x="0" y="2675191"/>
                    </a:cubicBezTo>
                    <a:cubicBezTo>
                      <a:pt x="0" y="3182588"/>
                      <a:pt x="327184" y="3182588"/>
                      <a:pt x="327184" y="3690080"/>
                    </a:cubicBezTo>
                    <a:cubicBezTo>
                      <a:pt x="327184" y="4197573"/>
                      <a:pt x="0" y="4197573"/>
                      <a:pt x="0" y="4705065"/>
                    </a:cubicBezTo>
                    <a:cubicBezTo>
                      <a:pt x="0" y="4843177"/>
                      <a:pt x="24289" y="4943666"/>
                      <a:pt x="59531" y="5027105"/>
                    </a:cubicBezTo>
                    <a:lnTo>
                      <a:pt x="1513998" y="5027105"/>
                    </a:lnTo>
                    <a:lnTo>
                      <a:pt x="1513998" y="0"/>
                    </a:lnTo>
                    <a:lnTo>
                      <a:pt x="2455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0" name="Google Shape;140;p11"/>
            <p:cNvSpPr/>
            <p:nvPr/>
          </p:nvSpPr>
          <p:spPr>
            <a:xfrm flipH="1">
              <a:off x="429804" y="771997"/>
              <a:ext cx="286544" cy="285925"/>
            </a:xfrm>
            <a:custGeom>
              <a:rect b="b" l="l" r="r" t="t"/>
              <a:pathLst>
                <a:path extrusionOk="0" h="123777" w="123777">
                  <a:moveTo>
                    <a:pt x="0" y="70720"/>
                  </a:moveTo>
                  <a:lnTo>
                    <a:pt x="40582" y="70720"/>
                  </a:lnTo>
                  <a:lnTo>
                    <a:pt x="11859" y="99407"/>
                  </a:lnTo>
                  <a:lnTo>
                    <a:pt x="24371" y="111883"/>
                  </a:lnTo>
                  <a:lnTo>
                    <a:pt x="53058" y="83196"/>
                  </a:lnTo>
                  <a:lnTo>
                    <a:pt x="53058" y="123778"/>
                  </a:lnTo>
                  <a:lnTo>
                    <a:pt x="70720" y="123778"/>
                  </a:lnTo>
                  <a:lnTo>
                    <a:pt x="70720" y="83196"/>
                  </a:lnTo>
                  <a:lnTo>
                    <a:pt x="99407" y="111883"/>
                  </a:lnTo>
                  <a:lnTo>
                    <a:pt x="111918" y="99407"/>
                  </a:lnTo>
                  <a:lnTo>
                    <a:pt x="83196" y="70720"/>
                  </a:lnTo>
                  <a:lnTo>
                    <a:pt x="123778" y="70720"/>
                  </a:lnTo>
                  <a:lnTo>
                    <a:pt x="123778" y="53058"/>
                  </a:lnTo>
                  <a:lnTo>
                    <a:pt x="83196" y="53058"/>
                  </a:lnTo>
                  <a:lnTo>
                    <a:pt x="111918" y="24371"/>
                  </a:lnTo>
                  <a:lnTo>
                    <a:pt x="99407" y="11859"/>
                  </a:lnTo>
                  <a:lnTo>
                    <a:pt x="70720" y="40582"/>
                  </a:lnTo>
                  <a:lnTo>
                    <a:pt x="70720" y="0"/>
                  </a:lnTo>
                  <a:lnTo>
                    <a:pt x="53058" y="0"/>
                  </a:lnTo>
                  <a:lnTo>
                    <a:pt x="53058" y="40582"/>
                  </a:lnTo>
                  <a:lnTo>
                    <a:pt x="24371" y="11859"/>
                  </a:lnTo>
                  <a:lnTo>
                    <a:pt x="11859" y="24371"/>
                  </a:lnTo>
                  <a:lnTo>
                    <a:pt x="40582" y="53058"/>
                  </a:lnTo>
                  <a:lnTo>
                    <a:pt x="0" y="53058"/>
                  </a:lnTo>
                  <a:lnTo>
                    <a:pt x="0" y="707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1" name="Google Shape;141;p11"/>
            <p:cNvGrpSpPr/>
            <p:nvPr/>
          </p:nvGrpSpPr>
          <p:grpSpPr>
            <a:xfrm flipH="1" rot="10800000">
              <a:off x="204117" y="1213728"/>
              <a:ext cx="323366" cy="865201"/>
              <a:chOff x="14298616" y="166555"/>
              <a:chExt cx="261771" cy="700397"/>
            </a:xfrm>
          </p:grpSpPr>
          <p:sp>
            <p:nvSpPr>
              <p:cNvPr id="142" name="Google Shape;142;p11"/>
              <p:cNvSpPr/>
              <p:nvPr/>
            </p:nvSpPr>
            <p:spPr>
              <a:xfrm>
                <a:off x="14298616" y="166555"/>
                <a:ext cx="109751" cy="700397"/>
              </a:xfrm>
              <a:custGeom>
                <a:rect b="b" l="l" r="r" t="t"/>
                <a:pathLst>
                  <a:path extrusionOk="0" h="933863" w="146335">
                    <a:moveTo>
                      <a:pt x="146336" y="933863"/>
                    </a:moveTo>
                    <a:lnTo>
                      <a:pt x="50157" y="933863"/>
                    </a:lnTo>
                    <a:cubicBezTo>
                      <a:pt x="50157" y="909093"/>
                      <a:pt x="43955" y="899519"/>
                      <a:pt x="32749" y="882074"/>
                    </a:cubicBezTo>
                    <a:cubicBezTo>
                      <a:pt x="18931" y="860641"/>
                      <a:pt x="0" y="831265"/>
                      <a:pt x="0" y="778171"/>
                    </a:cubicBezTo>
                    <a:cubicBezTo>
                      <a:pt x="0" y="725077"/>
                      <a:pt x="18931" y="695737"/>
                      <a:pt x="32749" y="674267"/>
                    </a:cubicBezTo>
                    <a:cubicBezTo>
                      <a:pt x="43991" y="656859"/>
                      <a:pt x="50157" y="647249"/>
                      <a:pt x="50157" y="622479"/>
                    </a:cubicBezTo>
                    <a:cubicBezTo>
                      <a:pt x="50157" y="597709"/>
                      <a:pt x="43955" y="588134"/>
                      <a:pt x="32749" y="570726"/>
                    </a:cubicBezTo>
                    <a:cubicBezTo>
                      <a:pt x="18931" y="549293"/>
                      <a:pt x="0" y="519917"/>
                      <a:pt x="0" y="466859"/>
                    </a:cubicBezTo>
                    <a:cubicBezTo>
                      <a:pt x="0" y="413801"/>
                      <a:pt x="18931" y="384425"/>
                      <a:pt x="32749" y="362992"/>
                    </a:cubicBezTo>
                    <a:cubicBezTo>
                      <a:pt x="43991" y="345584"/>
                      <a:pt x="50157" y="335973"/>
                      <a:pt x="50157" y="311239"/>
                    </a:cubicBezTo>
                    <a:cubicBezTo>
                      <a:pt x="50157" y="286506"/>
                      <a:pt x="43955" y="276895"/>
                      <a:pt x="32749" y="259487"/>
                    </a:cubicBezTo>
                    <a:cubicBezTo>
                      <a:pt x="18931" y="238053"/>
                      <a:pt x="0" y="208678"/>
                      <a:pt x="0" y="155620"/>
                    </a:cubicBezTo>
                    <a:cubicBezTo>
                      <a:pt x="0" y="102562"/>
                      <a:pt x="18931" y="73186"/>
                      <a:pt x="32749" y="51752"/>
                    </a:cubicBezTo>
                    <a:cubicBezTo>
                      <a:pt x="43991" y="34344"/>
                      <a:pt x="50157" y="24734"/>
                      <a:pt x="50157" y="0"/>
                    </a:cubicBezTo>
                    <a:lnTo>
                      <a:pt x="146336" y="0"/>
                    </a:lnTo>
                    <a:cubicBezTo>
                      <a:pt x="146336" y="53058"/>
                      <a:pt x="127404" y="82434"/>
                      <a:pt x="113587" y="103867"/>
                    </a:cubicBezTo>
                    <a:cubicBezTo>
                      <a:pt x="102344" y="121275"/>
                      <a:pt x="96179" y="130886"/>
                      <a:pt x="96179" y="155620"/>
                    </a:cubicBezTo>
                    <a:cubicBezTo>
                      <a:pt x="96179" y="180353"/>
                      <a:pt x="102380" y="189964"/>
                      <a:pt x="113587" y="207372"/>
                    </a:cubicBezTo>
                    <a:cubicBezTo>
                      <a:pt x="127404" y="228806"/>
                      <a:pt x="146336" y="258181"/>
                      <a:pt x="146336" y="311239"/>
                    </a:cubicBezTo>
                    <a:cubicBezTo>
                      <a:pt x="146336" y="364297"/>
                      <a:pt x="127404" y="393673"/>
                      <a:pt x="113587" y="415107"/>
                    </a:cubicBezTo>
                    <a:cubicBezTo>
                      <a:pt x="102344" y="432515"/>
                      <a:pt x="96179" y="442125"/>
                      <a:pt x="96179" y="466859"/>
                    </a:cubicBezTo>
                    <a:cubicBezTo>
                      <a:pt x="96179" y="491593"/>
                      <a:pt x="102380" y="501203"/>
                      <a:pt x="113587" y="518611"/>
                    </a:cubicBezTo>
                    <a:cubicBezTo>
                      <a:pt x="127404" y="540045"/>
                      <a:pt x="146336" y="569421"/>
                      <a:pt x="146336" y="622479"/>
                    </a:cubicBezTo>
                    <a:cubicBezTo>
                      <a:pt x="146336" y="675537"/>
                      <a:pt x="127404" y="704912"/>
                      <a:pt x="113587" y="726382"/>
                    </a:cubicBezTo>
                    <a:cubicBezTo>
                      <a:pt x="102344" y="743790"/>
                      <a:pt x="96179" y="753401"/>
                      <a:pt x="96179" y="778171"/>
                    </a:cubicBezTo>
                    <a:cubicBezTo>
                      <a:pt x="96179" y="802941"/>
                      <a:pt x="102380" y="812515"/>
                      <a:pt x="113587" y="829960"/>
                    </a:cubicBezTo>
                    <a:cubicBezTo>
                      <a:pt x="127404" y="851393"/>
                      <a:pt x="146336" y="880769"/>
                      <a:pt x="146336" y="933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11"/>
              <p:cNvSpPr/>
              <p:nvPr/>
            </p:nvSpPr>
            <p:spPr>
              <a:xfrm>
                <a:off x="14450636" y="166555"/>
                <a:ext cx="109751" cy="700397"/>
              </a:xfrm>
              <a:custGeom>
                <a:rect b="b" l="l" r="r" t="t"/>
                <a:pathLst>
                  <a:path extrusionOk="0" h="933863" w="146335">
                    <a:moveTo>
                      <a:pt x="146336" y="933863"/>
                    </a:moveTo>
                    <a:lnTo>
                      <a:pt x="50157" y="933863"/>
                    </a:lnTo>
                    <a:cubicBezTo>
                      <a:pt x="50157" y="909093"/>
                      <a:pt x="43955" y="899519"/>
                      <a:pt x="32749" y="882074"/>
                    </a:cubicBezTo>
                    <a:cubicBezTo>
                      <a:pt x="18931" y="860641"/>
                      <a:pt x="0" y="831265"/>
                      <a:pt x="0" y="778171"/>
                    </a:cubicBezTo>
                    <a:cubicBezTo>
                      <a:pt x="0" y="725077"/>
                      <a:pt x="18931" y="695737"/>
                      <a:pt x="32749" y="674267"/>
                    </a:cubicBezTo>
                    <a:cubicBezTo>
                      <a:pt x="43992" y="656859"/>
                      <a:pt x="50157" y="647249"/>
                      <a:pt x="50157" y="622479"/>
                    </a:cubicBezTo>
                    <a:cubicBezTo>
                      <a:pt x="50157" y="597709"/>
                      <a:pt x="43955" y="588134"/>
                      <a:pt x="32749" y="570726"/>
                    </a:cubicBezTo>
                    <a:cubicBezTo>
                      <a:pt x="18931" y="549293"/>
                      <a:pt x="0" y="519917"/>
                      <a:pt x="0" y="466859"/>
                    </a:cubicBezTo>
                    <a:cubicBezTo>
                      <a:pt x="0" y="413801"/>
                      <a:pt x="18931" y="384425"/>
                      <a:pt x="32749" y="362992"/>
                    </a:cubicBezTo>
                    <a:cubicBezTo>
                      <a:pt x="43992" y="345584"/>
                      <a:pt x="50157" y="335973"/>
                      <a:pt x="50157" y="311239"/>
                    </a:cubicBezTo>
                    <a:cubicBezTo>
                      <a:pt x="50157" y="286506"/>
                      <a:pt x="43955" y="276895"/>
                      <a:pt x="32749" y="259487"/>
                    </a:cubicBezTo>
                    <a:cubicBezTo>
                      <a:pt x="18931" y="238053"/>
                      <a:pt x="0" y="208678"/>
                      <a:pt x="0" y="155620"/>
                    </a:cubicBezTo>
                    <a:cubicBezTo>
                      <a:pt x="0" y="102562"/>
                      <a:pt x="18931" y="73186"/>
                      <a:pt x="32749" y="51752"/>
                    </a:cubicBezTo>
                    <a:cubicBezTo>
                      <a:pt x="43992" y="34344"/>
                      <a:pt x="50157" y="24734"/>
                      <a:pt x="50157" y="0"/>
                    </a:cubicBezTo>
                    <a:lnTo>
                      <a:pt x="146336" y="0"/>
                    </a:lnTo>
                    <a:cubicBezTo>
                      <a:pt x="146336" y="53058"/>
                      <a:pt x="127405" y="82434"/>
                      <a:pt x="113587" y="103867"/>
                    </a:cubicBezTo>
                    <a:cubicBezTo>
                      <a:pt x="102344" y="121275"/>
                      <a:pt x="96179" y="130886"/>
                      <a:pt x="96179" y="155620"/>
                    </a:cubicBezTo>
                    <a:cubicBezTo>
                      <a:pt x="96179" y="180353"/>
                      <a:pt x="102380" y="189964"/>
                      <a:pt x="113587" y="207372"/>
                    </a:cubicBezTo>
                    <a:cubicBezTo>
                      <a:pt x="127405" y="228806"/>
                      <a:pt x="146336" y="258181"/>
                      <a:pt x="146336" y="311239"/>
                    </a:cubicBezTo>
                    <a:cubicBezTo>
                      <a:pt x="146336" y="364297"/>
                      <a:pt x="127405" y="393673"/>
                      <a:pt x="113587" y="415107"/>
                    </a:cubicBezTo>
                    <a:cubicBezTo>
                      <a:pt x="102344" y="432515"/>
                      <a:pt x="96179" y="442125"/>
                      <a:pt x="96179" y="466859"/>
                    </a:cubicBezTo>
                    <a:cubicBezTo>
                      <a:pt x="96179" y="491593"/>
                      <a:pt x="102380" y="501203"/>
                      <a:pt x="113587" y="518611"/>
                    </a:cubicBezTo>
                    <a:cubicBezTo>
                      <a:pt x="127405" y="540045"/>
                      <a:pt x="146336" y="569421"/>
                      <a:pt x="146336" y="622479"/>
                    </a:cubicBezTo>
                    <a:cubicBezTo>
                      <a:pt x="146336" y="675537"/>
                      <a:pt x="127405" y="704912"/>
                      <a:pt x="113587" y="726382"/>
                    </a:cubicBezTo>
                    <a:cubicBezTo>
                      <a:pt x="102344" y="743790"/>
                      <a:pt x="96179" y="753401"/>
                      <a:pt x="96179" y="778171"/>
                    </a:cubicBezTo>
                    <a:cubicBezTo>
                      <a:pt x="96179" y="802941"/>
                      <a:pt x="102380" y="812515"/>
                      <a:pt x="113587" y="829960"/>
                    </a:cubicBezTo>
                    <a:cubicBezTo>
                      <a:pt x="127405" y="851393"/>
                      <a:pt x="146336" y="880769"/>
                      <a:pt x="146336" y="933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4" name="Google Shape;144;p11"/>
            <p:cNvSpPr/>
            <p:nvPr/>
          </p:nvSpPr>
          <p:spPr>
            <a:xfrm flipH="1">
              <a:off x="8740172" y="4335963"/>
              <a:ext cx="168503" cy="168530"/>
            </a:xfrm>
            <a:custGeom>
              <a:rect b="b" l="l" r="r" t="t"/>
              <a:pathLst>
                <a:path extrusionOk="0" h="224707" w="224671">
                  <a:moveTo>
                    <a:pt x="224671" y="96324"/>
                  </a:moveTo>
                  <a:lnTo>
                    <a:pt x="128384" y="96324"/>
                  </a:lnTo>
                  <a:lnTo>
                    <a:pt x="128384" y="0"/>
                  </a:lnTo>
                  <a:lnTo>
                    <a:pt x="96324" y="0"/>
                  </a:lnTo>
                  <a:lnTo>
                    <a:pt x="96324" y="96324"/>
                  </a:lnTo>
                  <a:lnTo>
                    <a:pt x="0" y="96324"/>
                  </a:lnTo>
                  <a:lnTo>
                    <a:pt x="0" y="128384"/>
                  </a:lnTo>
                  <a:lnTo>
                    <a:pt x="96324" y="128384"/>
                  </a:lnTo>
                  <a:lnTo>
                    <a:pt x="96324" y="224707"/>
                  </a:lnTo>
                  <a:lnTo>
                    <a:pt x="128384" y="224707"/>
                  </a:lnTo>
                  <a:lnTo>
                    <a:pt x="128384" y="128384"/>
                  </a:lnTo>
                  <a:lnTo>
                    <a:pt x="224671" y="128384"/>
                  </a:lnTo>
                  <a:lnTo>
                    <a:pt x="224671" y="963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1"/>
            <p:cNvSpPr/>
            <p:nvPr/>
          </p:nvSpPr>
          <p:spPr>
            <a:xfrm flipH="1">
              <a:off x="8195669" y="3397588"/>
              <a:ext cx="713012" cy="713012"/>
            </a:xfrm>
            <a:custGeom>
              <a:rect b="b" l="l" r="r" t="t"/>
              <a:pathLst>
                <a:path extrusionOk="0" h="836378" w="836378">
                  <a:moveTo>
                    <a:pt x="836379" y="418189"/>
                  </a:moveTo>
                  <a:cubicBezTo>
                    <a:pt x="836379" y="649149"/>
                    <a:pt x="649149" y="836379"/>
                    <a:pt x="418189" y="836379"/>
                  </a:cubicBezTo>
                  <a:cubicBezTo>
                    <a:pt x="187229" y="836379"/>
                    <a:pt x="0" y="649149"/>
                    <a:pt x="0" y="418189"/>
                  </a:cubicBezTo>
                  <a:cubicBezTo>
                    <a:pt x="0" y="187230"/>
                    <a:pt x="187229" y="0"/>
                    <a:pt x="418189" y="0"/>
                  </a:cubicBezTo>
                  <a:cubicBezTo>
                    <a:pt x="649149" y="0"/>
                    <a:pt x="836379" y="187230"/>
                    <a:pt x="836379" y="418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2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49" name="Google Shape;149;p13"/>
          <p:cNvGrpSpPr/>
          <p:nvPr/>
        </p:nvGrpSpPr>
        <p:grpSpPr>
          <a:xfrm>
            <a:off x="97219" y="4209280"/>
            <a:ext cx="9170324" cy="1480539"/>
            <a:chOff x="97220" y="4115905"/>
            <a:chExt cx="9170324" cy="1480539"/>
          </a:xfrm>
        </p:grpSpPr>
        <p:sp>
          <p:nvSpPr>
            <p:cNvPr id="150" name="Google Shape;150;p13"/>
            <p:cNvSpPr/>
            <p:nvPr/>
          </p:nvSpPr>
          <p:spPr>
            <a:xfrm>
              <a:off x="97220" y="4459785"/>
              <a:ext cx="155773" cy="155774"/>
            </a:xfrm>
            <a:custGeom>
              <a:rect b="b" l="l" r="r" t="t"/>
              <a:pathLst>
                <a:path extrusionOk="0" h="207698" w="207698">
                  <a:moveTo>
                    <a:pt x="207698" y="89035"/>
                  </a:moveTo>
                  <a:lnTo>
                    <a:pt x="139590" y="89035"/>
                  </a:lnTo>
                  <a:lnTo>
                    <a:pt x="187752" y="40909"/>
                  </a:lnTo>
                  <a:lnTo>
                    <a:pt x="166790" y="19947"/>
                  </a:lnTo>
                  <a:lnTo>
                    <a:pt x="118664" y="68072"/>
                  </a:lnTo>
                  <a:lnTo>
                    <a:pt x="118664" y="0"/>
                  </a:lnTo>
                  <a:lnTo>
                    <a:pt x="89034" y="0"/>
                  </a:lnTo>
                  <a:lnTo>
                    <a:pt x="89034" y="68072"/>
                  </a:lnTo>
                  <a:lnTo>
                    <a:pt x="40872" y="19947"/>
                  </a:lnTo>
                  <a:lnTo>
                    <a:pt x="19947" y="40909"/>
                  </a:lnTo>
                  <a:lnTo>
                    <a:pt x="68072" y="89035"/>
                  </a:lnTo>
                  <a:lnTo>
                    <a:pt x="0" y="89035"/>
                  </a:lnTo>
                  <a:lnTo>
                    <a:pt x="0" y="118664"/>
                  </a:lnTo>
                  <a:lnTo>
                    <a:pt x="68072" y="118664"/>
                  </a:lnTo>
                  <a:lnTo>
                    <a:pt x="19947" y="166790"/>
                  </a:lnTo>
                  <a:lnTo>
                    <a:pt x="40872" y="187752"/>
                  </a:lnTo>
                  <a:lnTo>
                    <a:pt x="89034" y="139626"/>
                  </a:lnTo>
                  <a:lnTo>
                    <a:pt x="89034" y="207698"/>
                  </a:lnTo>
                  <a:lnTo>
                    <a:pt x="118664" y="207698"/>
                  </a:lnTo>
                  <a:lnTo>
                    <a:pt x="118664" y="139626"/>
                  </a:lnTo>
                  <a:lnTo>
                    <a:pt x="166790" y="187752"/>
                  </a:lnTo>
                  <a:lnTo>
                    <a:pt x="187752" y="166790"/>
                  </a:lnTo>
                  <a:lnTo>
                    <a:pt x="139590" y="118664"/>
                  </a:lnTo>
                  <a:lnTo>
                    <a:pt x="207698" y="118664"/>
                  </a:lnTo>
                  <a:lnTo>
                    <a:pt x="207698" y="890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1" name="Google Shape;151;p13"/>
            <p:cNvGrpSpPr/>
            <p:nvPr/>
          </p:nvGrpSpPr>
          <p:grpSpPr>
            <a:xfrm rot="5400000">
              <a:off x="8157140" y="4486040"/>
              <a:ext cx="1480539" cy="740269"/>
              <a:chOff x="6083797" y="754470"/>
              <a:chExt cx="902492" cy="451246"/>
            </a:xfrm>
          </p:grpSpPr>
          <p:sp>
            <p:nvSpPr>
              <p:cNvPr id="152" name="Google Shape;152;p13"/>
              <p:cNvSpPr/>
              <p:nvPr/>
            </p:nvSpPr>
            <p:spPr>
              <a:xfrm>
                <a:off x="6083797" y="754470"/>
                <a:ext cx="902492" cy="451246"/>
              </a:xfrm>
              <a:custGeom>
                <a:rect b="b" l="l" r="r" t="t"/>
                <a:pathLst>
                  <a:path extrusionOk="0" h="601661" w="1203323">
                    <a:moveTo>
                      <a:pt x="1101196" y="0"/>
                    </a:moveTo>
                    <a:cubicBezTo>
                      <a:pt x="1101196" y="275880"/>
                      <a:pt x="877541" y="499535"/>
                      <a:pt x="601661" y="499535"/>
                    </a:cubicBezTo>
                    <a:cubicBezTo>
                      <a:pt x="325782" y="499535"/>
                      <a:pt x="102126" y="275880"/>
                      <a:pt x="102126" y="0"/>
                    </a:cubicBezTo>
                    <a:lnTo>
                      <a:pt x="0" y="0"/>
                    </a:lnTo>
                    <a:cubicBezTo>
                      <a:pt x="0" y="332274"/>
                      <a:pt x="269388" y="601662"/>
                      <a:pt x="601661" y="601662"/>
                    </a:cubicBezTo>
                    <a:cubicBezTo>
                      <a:pt x="933936" y="601662"/>
                      <a:pt x="1203324" y="332274"/>
                      <a:pt x="1203324" y="0"/>
                    </a:cubicBezTo>
                    <a:lnTo>
                      <a:pt x="1101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3"/>
              <p:cNvSpPr/>
              <p:nvPr/>
            </p:nvSpPr>
            <p:spPr>
              <a:xfrm>
                <a:off x="6291033" y="754470"/>
                <a:ext cx="519137" cy="259568"/>
              </a:xfrm>
              <a:custGeom>
                <a:rect b="b" l="l" r="r" t="t"/>
                <a:pathLst>
                  <a:path extrusionOk="0" h="346091" w="692183">
                    <a:moveTo>
                      <a:pt x="346091" y="222858"/>
                    </a:moveTo>
                    <a:cubicBezTo>
                      <a:pt x="223003" y="222858"/>
                      <a:pt x="123234" y="123089"/>
                      <a:pt x="123234" y="0"/>
                    </a:cubicBezTo>
                    <a:lnTo>
                      <a:pt x="0" y="0"/>
                    </a:lnTo>
                    <a:cubicBezTo>
                      <a:pt x="0" y="191161"/>
                      <a:pt x="154967" y="346091"/>
                      <a:pt x="346091" y="346091"/>
                    </a:cubicBezTo>
                    <a:cubicBezTo>
                      <a:pt x="537216" y="346091"/>
                      <a:pt x="692183" y="191125"/>
                      <a:pt x="692183" y="0"/>
                    </a:cubicBezTo>
                    <a:lnTo>
                      <a:pt x="568949" y="0"/>
                    </a:lnTo>
                    <a:cubicBezTo>
                      <a:pt x="568949" y="123089"/>
                      <a:pt x="469180" y="222858"/>
                      <a:pt x="346091" y="2228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4" name="Google Shape;154;p13"/>
            <p:cNvSpPr/>
            <p:nvPr/>
          </p:nvSpPr>
          <p:spPr>
            <a:xfrm>
              <a:off x="8095712" y="4692036"/>
              <a:ext cx="328278" cy="328278"/>
            </a:xfrm>
            <a:custGeom>
              <a:rect b="b" l="l" r="r" t="t"/>
              <a:pathLst>
                <a:path extrusionOk="0" h="836378" w="836378">
                  <a:moveTo>
                    <a:pt x="836379" y="418189"/>
                  </a:moveTo>
                  <a:cubicBezTo>
                    <a:pt x="836379" y="649149"/>
                    <a:pt x="649149" y="836379"/>
                    <a:pt x="418189" y="836379"/>
                  </a:cubicBezTo>
                  <a:cubicBezTo>
                    <a:pt x="187229" y="836379"/>
                    <a:pt x="0" y="649149"/>
                    <a:pt x="0" y="418189"/>
                  </a:cubicBezTo>
                  <a:cubicBezTo>
                    <a:pt x="0" y="187230"/>
                    <a:pt x="187229" y="0"/>
                    <a:pt x="418189" y="0"/>
                  </a:cubicBezTo>
                  <a:cubicBezTo>
                    <a:pt x="649149" y="0"/>
                    <a:pt x="836379" y="187230"/>
                    <a:pt x="836379" y="418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253000" y="4615554"/>
              <a:ext cx="327375" cy="327375"/>
            </a:xfrm>
            <a:custGeom>
              <a:rect b="b" l="l" r="r" t="t"/>
              <a:pathLst>
                <a:path extrusionOk="0" h="635679" w="635679">
                  <a:moveTo>
                    <a:pt x="635680" y="317840"/>
                  </a:moveTo>
                  <a:cubicBezTo>
                    <a:pt x="635680" y="493378"/>
                    <a:pt x="493378" y="635680"/>
                    <a:pt x="317840" y="635680"/>
                  </a:cubicBezTo>
                  <a:cubicBezTo>
                    <a:pt x="142302" y="635680"/>
                    <a:pt x="0" y="493378"/>
                    <a:pt x="0" y="317840"/>
                  </a:cubicBezTo>
                  <a:cubicBezTo>
                    <a:pt x="0" y="142302"/>
                    <a:pt x="142302" y="0"/>
                    <a:pt x="317840" y="0"/>
                  </a:cubicBezTo>
                  <a:cubicBezTo>
                    <a:pt x="493378" y="0"/>
                    <a:pt x="635680" y="142302"/>
                    <a:pt x="635680" y="317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TWO_COLUMNS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14"/>
          <p:cNvGrpSpPr/>
          <p:nvPr/>
        </p:nvGrpSpPr>
        <p:grpSpPr>
          <a:xfrm>
            <a:off x="82922" y="-101174"/>
            <a:ext cx="8989382" cy="5165573"/>
            <a:chOff x="82922" y="-101174"/>
            <a:chExt cx="8989382" cy="5165573"/>
          </a:xfrm>
        </p:grpSpPr>
        <p:sp>
          <p:nvSpPr>
            <p:cNvPr id="158" name="Google Shape;158;p14"/>
            <p:cNvSpPr/>
            <p:nvPr/>
          </p:nvSpPr>
          <p:spPr>
            <a:xfrm flipH="1">
              <a:off x="82922" y="4353038"/>
              <a:ext cx="168503" cy="168530"/>
            </a:xfrm>
            <a:custGeom>
              <a:rect b="b" l="l" r="r" t="t"/>
              <a:pathLst>
                <a:path extrusionOk="0" h="224707" w="224671">
                  <a:moveTo>
                    <a:pt x="224671" y="96324"/>
                  </a:moveTo>
                  <a:lnTo>
                    <a:pt x="128384" y="96324"/>
                  </a:lnTo>
                  <a:lnTo>
                    <a:pt x="128384" y="0"/>
                  </a:lnTo>
                  <a:lnTo>
                    <a:pt x="96324" y="0"/>
                  </a:lnTo>
                  <a:lnTo>
                    <a:pt x="96324" y="96324"/>
                  </a:lnTo>
                  <a:lnTo>
                    <a:pt x="0" y="96324"/>
                  </a:lnTo>
                  <a:lnTo>
                    <a:pt x="0" y="128384"/>
                  </a:lnTo>
                  <a:lnTo>
                    <a:pt x="96324" y="128384"/>
                  </a:lnTo>
                  <a:lnTo>
                    <a:pt x="96324" y="224707"/>
                  </a:lnTo>
                  <a:lnTo>
                    <a:pt x="128384" y="224707"/>
                  </a:lnTo>
                  <a:lnTo>
                    <a:pt x="128384" y="128384"/>
                  </a:lnTo>
                  <a:lnTo>
                    <a:pt x="224671" y="128384"/>
                  </a:lnTo>
                  <a:lnTo>
                    <a:pt x="224671" y="9632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 flipH="1">
              <a:off x="418051" y="4762451"/>
              <a:ext cx="301948" cy="301948"/>
            </a:xfrm>
            <a:custGeom>
              <a:rect b="b" l="l" r="r" t="t"/>
              <a:pathLst>
                <a:path extrusionOk="0" h="635679" w="635679">
                  <a:moveTo>
                    <a:pt x="635680" y="317840"/>
                  </a:moveTo>
                  <a:cubicBezTo>
                    <a:pt x="635680" y="493378"/>
                    <a:pt x="493378" y="635680"/>
                    <a:pt x="317840" y="635680"/>
                  </a:cubicBezTo>
                  <a:cubicBezTo>
                    <a:pt x="142302" y="635680"/>
                    <a:pt x="0" y="493378"/>
                    <a:pt x="0" y="317840"/>
                  </a:cubicBezTo>
                  <a:cubicBezTo>
                    <a:pt x="0" y="142302"/>
                    <a:pt x="142302" y="0"/>
                    <a:pt x="317840" y="0"/>
                  </a:cubicBezTo>
                  <a:cubicBezTo>
                    <a:pt x="493378" y="0"/>
                    <a:pt x="635680" y="142302"/>
                    <a:pt x="635680" y="317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4"/>
            <p:cNvSpPr/>
            <p:nvPr/>
          </p:nvSpPr>
          <p:spPr>
            <a:xfrm flipH="1">
              <a:off x="194140" y="4639522"/>
              <a:ext cx="167969" cy="167980"/>
            </a:xfrm>
            <a:custGeom>
              <a:rect b="b" l="l" r="r" t="t"/>
              <a:pathLst>
                <a:path extrusionOk="0" h="512917" w="512881">
                  <a:moveTo>
                    <a:pt x="256441" y="0"/>
                  </a:moveTo>
                  <a:cubicBezTo>
                    <a:pt x="114820" y="0"/>
                    <a:pt x="0" y="114820"/>
                    <a:pt x="0" y="256440"/>
                  </a:cubicBezTo>
                  <a:cubicBezTo>
                    <a:pt x="0" y="398061"/>
                    <a:pt x="114820" y="512917"/>
                    <a:pt x="256441" y="512917"/>
                  </a:cubicBezTo>
                  <a:cubicBezTo>
                    <a:pt x="398061" y="512917"/>
                    <a:pt x="512881" y="398098"/>
                    <a:pt x="512881" y="256440"/>
                  </a:cubicBezTo>
                  <a:cubicBezTo>
                    <a:pt x="512881" y="114783"/>
                    <a:pt x="398061" y="0"/>
                    <a:pt x="256441" y="0"/>
                  </a:cubicBezTo>
                  <a:close/>
                  <a:moveTo>
                    <a:pt x="256441" y="389502"/>
                  </a:moveTo>
                  <a:cubicBezTo>
                    <a:pt x="182965" y="389502"/>
                    <a:pt x="123379" y="329916"/>
                    <a:pt x="123379" y="256440"/>
                  </a:cubicBezTo>
                  <a:cubicBezTo>
                    <a:pt x="123379" y="182965"/>
                    <a:pt x="182965" y="123379"/>
                    <a:pt x="256441" y="123379"/>
                  </a:cubicBezTo>
                  <a:cubicBezTo>
                    <a:pt x="329917" y="123379"/>
                    <a:pt x="389503" y="182965"/>
                    <a:pt x="389503" y="256440"/>
                  </a:cubicBezTo>
                  <a:cubicBezTo>
                    <a:pt x="389503" y="329916"/>
                    <a:pt x="329917" y="389502"/>
                    <a:pt x="256441" y="389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1" name="Google Shape;161;p14"/>
            <p:cNvGrpSpPr/>
            <p:nvPr/>
          </p:nvGrpSpPr>
          <p:grpSpPr>
            <a:xfrm flipH="1">
              <a:off x="7920363" y="-101174"/>
              <a:ext cx="1151941" cy="576015"/>
              <a:chOff x="6083797" y="754470"/>
              <a:chExt cx="902492" cy="451246"/>
            </a:xfrm>
          </p:grpSpPr>
          <p:sp>
            <p:nvSpPr>
              <p:cNvPr id="162" name="Google Shape;162;p14"/>
              <p:cNvSpPr/>
              <p:nvPr/>
            </p:nvSpPr>
            <p:spPr>
              <a:xfrm>
                <a:off x="6083797" y="754470"/>
                <a:ext cx="902492" cy="451246"/>
              </a:xfrm>
              <a:custGeom>
                <a:rect b="b" l="l" r="r" t="t"/>
                <a:pathLst>
                  <a:path extrusionOk="0" h="601661" w="1203323">
                    <a:moveTo>
                      <a:pt x="1101196" y="0"/>
                    </a:moveTo>
                    <a:cubicBezTo>
                      <a:pt x="1101196" y="275880"/>
                      <a:pt x="877541" y="499535"/>
                      <a:pt x="601661" y="499535"/>
                    </a:cubicBezTo>
                    <a:cubicBezTo>
                      <a:pt x="325782" y="499535"/>
                      <a:pt x="102126" y="275880"/>
                      <a:pt x="102126" y="0"/>
                    </a:cubicBezTo>
                    <a:lnTo>
                      <a:pt x="0" y="0"/>
                    </a:lnTo>
                    <a:cubicBezTo>
                      <a:pt x="0" y="332274"/>
                      <a:pt x="269388" y="601662"/>
                      <a:pt x="601661" y="601662"/>
                    </a:cubicBezTo>
                    <a:cubicBezTo>
                      <a:pt x="933936" y="601662"/>
                      <a:pt x="1203324" y="332274"/>
                      <a:pt x="1203324" y="0"/>
                    </a:cubicBezTo>
                    <a:lnTo>
                      <a:pt x="1101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4"/>
              <p:cNvSpPr/>
              <p:nvPr/>
            </p:nvSpPr>
            <p:spPr>
              <a:xfrm>
                <a:off x="6291033" y="754470"/>
                <a:ext cx="519137" cy="259568"/>
              </a:xfrm>
              <a:custGeom>
                <a:rect b="b" l="l" r="r" t="t"/>
                <a:pathLst>
                  <a:path extrusionOk="0" h="346091" w="692183">
                    <a:moveTo>
                      <a:pt x="346091" y="222858"/>
                    </a:moveTo>
                    <a:cubicBezTo>
                      <a:pt x="223003" y="222858"/>
                      <a:pt x="123234" y="123089"/>
                      <a:pt x="123234" y="0"/>
                    </a:cubicBezTo>
                    <a:lnTo>
                      <a:pt x="0" y="0"/>
                    </a:lnTo>
                    <a:cubicBezTo>
                      <a:pt x="0" y="191161"/>
                      <a:pt x="154967" y="346091"/>
                      <a:pt x="346091" y="346091"/>
                    </a:cubicBezTo>
                    <a:cubicBezTo>
                      <a:pt x="537216" y="346091"/>
                      <a:pt x="692183" y="191125"/>
                      <a:pt x="692183" y="0"/>
                    </a:cubicBezTo>
                    <a:lnTo>
                      <a:pt x="568949" y="0"/>
                    </a:lnTo>
                    <a:cubicBezTo>
                      <a:pt x="568949" y="123089"/>
                      <a:pt x="469180" y="222858"/>
                      <a:pt x="346091" y="2228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4" name="Google Shape;164;p14"/>
          <p:cNvSpPr txBox="1"/>
          <p:nvPr>
            <p:ph idx="1" type="subTitle"/>
          </p:nvPr>
        </p:nvSpPr>
        <p:spPr>
          <a:xfrm>
            <a:off x="701250" y="1205000"/>
            <a:ext cx="7741500" cy="10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165" name="Google Shape;165;p14"/>
          <p:cNvSpPr txBox="1"/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6" name="Google Shape;166;p14"/>
          <p:cNvSpPr txBox="1"/>
          <p:nvPr>
            <p:ph idx="2" type="subTitle"/>
          </p:nvPr>
        </p:nvSpPr>
        <p:spPr>
          <a:xfrm>
            <a:off x="701250" y="2385400"/>
            <a:ext cx="7741500" cy="10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167" name="Google Shape;167;p14"/>
          <p:cNvSpPr txBox="1"/>
          <p:nvPr>
            <p:ph idx="3" type="subTitle"/>
          </p:nvPr>
        </p:nvSpPr>
        <p:spPr>
          <a:xfrm>
            <a:off x="701250" y="3565800"/>
            <a:ext cx="7741500" cy="10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15"/>
          <p:cNvGrpSpPr/>
          <p:nvPr/>
        </p:nvGrpSpPr>
        <p:grpSpPr>
          <a:xfrm>
            <a:off x="-823949" y="-1481350"/>
            <a:ext cx="10551403" cy="8106205"/>
            <a:chOff x="-823949" y="-1481350"/>
            <a:chExt cx="10551403" cy="8106205"/>
          </a:xfrm>
        </p:grpSpPr>
        <p:sp>
          <p:nvSpPr>
            <p:cNvPr id="170" name="Google Shape;170;p15"/>
            <p:cNvSpPr/>
            <p:nvPr/>
          </p:nvSpPr>
          <p:spPr>
            <a:xfrm flipH="1">
              <a:off x="-823949" y="-1481350"/>
              <a:ext cx="2441322" cy="8106205"/>
            </a:xfrm>
            <a:custGeom>
              <a:rect b="b" l="l" r="r" t="t"/>
              <a:pathLst>
                <a:path extrusionOk="0" h="5027104" w="1513998">
                  <a:moveTo>
                    <a:pt x="245650" y="0"/>
                  </a:moveTo>
                  <a:cubicBezTo>
                    <a:pt x="148780" y="191834"/>
                    <a:pt x="0" y="303276"/>
                    <a:pt x="0" y="645414"/>
                  </a:cubicBezTo>
                  <a:cubicBezTo>
                    <a:pt x="0" y="1152811"/>
                    <a:pt x="327184" y="1152811"/>
                    <a:pt x="327184" y="1660303"/>
                  </a:cubicBezTo>
                  <a:cubicBezTo>
                    <a:pt x="327184" y="2167795"/>
                    <a:pt x="0" y="2167795"/>
                    <a:pt x="0" y="2675191"/>
                  </a:cubicBezTo>
                  <a:cubicBezTo>
                    <a:pt x="0" y="3182588"/>
                    <a:pt x="327184" y="3182588"/>
                    <a:pt x="327184" y="3690080"/>
                  </a:cubicBezTo>
                  <a:cubicBezTo>
                    <a:pt x="327184" y="4197573"/>
                    <a:pt x="0" y="4197573"/>
                    <a:pt x="0" y="4705065"/>
                  </a:cubicBezTo>
                  <a:cubicBezTo>
                    <a:pt x="0" y="4843177"/>
                    <a:pt x="24289" y="4943666"/>
                    <a:pt x="59531" y="5027105"/>
                  </a:cubicBezTo>
                  <a:lnTo>
                    <a:pt x="1513998" y="5027105"/>
                  </a:lnTo>
                  <a:lnTo>
                    <a:pt x="1513998" y="0"/>
                  </a:lnTo>
                  <a:lnTo>
                    <a:pt x="2455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p15"/>
            <p:cNvGrpSpPr/>
            <p:nvPr/>
          </p:nvGrpSpPr>
          <p:grpSpPr>
            <a:xfrm>
              <a:off x="-9" y="-160021"/>
              <a:ext cx="9727463" cy="5095103"/>
              <a:chOff x="-9" y="-160021"/>
              <a:chExt cx="9727463" cy="5095103"/>
            </a:xfrm>
          </p:grpSpPr>
          <p:grpSp>
            <p:nvGrpSpPr>
              <p:cNvPr id="172" name="Google Shape;172;p15"/>
              <p:cNvGrpSpPr/>
              <p:nvPr/>
            </p:nvGrpSpPr>
            <p:grpSpPr>
              <a:xfrm flipH="1">
                <a:off x="8429384" y="326491"/>
                <a:ext cx="1298070" cy="485159"/>
                <a:chOff x="540500" y="421329"/>
                <a:chExt cx="1298070" cy="485159"/>
              </a:xfrm>
            </p:grpSpPr>
            <p:sp>
              <p:nvSpPr>
                <p:cNvPr id="173" name="Google Shape;173;p15"/>
                <p:cNvSpPr/>
                <p:nvPr/>
              </p:nvSpPr>
              <p:spPr>
                <a:xfrm>
                  <a:off x="540500" y="421329"/>
                  <a:ext cx="1298070" cy="203406"/>
                </a:xfrm>
                <a:custGeom>
                  <a:rect b="b" l="l" r="r" t="t"/>
                  <a:pathLst>
                    <a:path extrusionOk="0" h="146335" w="933863">
                      <a:moveTo>
                        <a:pt x="0" y="146335"/>
                      </a:moveTo>
                      <a:lnTo>
                        <a:pt x="0" y="50156"/>
                      </a:lnTo>
                      <a:cubicBezTo>
                        <a:pt x="24770" y="50156"/>
                        <a:pt x="34344" y="43955"/>
                        <a:pt x="51789" y="32749"/>
                      </a:cubicBezTo>
                      <a:cubicBezTo>
                        <a:pt x="73222" y="18931"/>
                        <a:pt x="102598" y="0"/>
                        <a:pt x="155692" y="0"/>
                      </a:cubicBezTo>
                      <a:cubicBezTo>
                        <a:pt x="208786" y="0"/>
                        <a:pt x="238126" y="18931"/>
                        <a:pt x="259596" y="32749"/>
                      </a:cubicBezTo>
                      <a:cubicBezTo>
                        <a:pt x="277004" y="43991"/>
                        <a:pt x="286614" y="50156"/>
                        <a:pt x="311384" y="50156"/>
                      </a:cubicBezTo>
                      <a:cubicBezTo>
                        <a:pt x="336154" y="50156"/>
                        <a:pt x="345729" y="43955"/>
                        <a:pt x="363137" y="32749"/>
                      </a:cubicBezTo>
                      <a:cubicBezTo>
                        <a:pt x="384570" y="18931"/>
                        <a:pt x="413946" y="0"/>
                        <a:pt x="467004" y="0"/>
                      </a:cubicBezTo>
                      <a:cubicBezTo>
                        <a:pt x="520062" y="0"/>
                        <a:pt x="549438" y="18931"/>
                        <a:pt x="570871" y="32749"/>
                      </a:cubicBezTo>
                      <a:cubicBezTo>
                        <a:pt x="588279" y="43991"/>
                        <a:pt x="597890" y="50156"/>
                        <a:pt x="622624" y="50156"/>
                      </a:cubicBezTo>
                      <a:cubicBezTo>
                        <a:pt x="647358" y="50156"/>
                        <a:pt x="656968" y="43955"/>
                        <a:pt x="674376" y="32749"/>
                      </a:cubicBezTo>
                      <a:cubicBezTo>
                        <a:pt x="695810" y="18931"/>
                        <a:pt x="725185" y="0"/>
                        <a:pt x="778243" y="0"/>
                      </a:cubicBezTo>
                      <a:cubicBezTo>
                        <a:pt x="831301" y="0"/>
                        <a:pt x="860677" y="18931"/>
                        <a:pt x="882111" y="32749"/>
                      </a:cubicBezTo>
                      <a:cubicBezTo>
                        <a:pt x="899519" y="43991"/>
                        <a:pt x="909129" y="50156"/>
                        <a:pt x="933863" y="50156"/>
                      </a:cubicBezTo>
                      <a:lnTo>
                        <a:pt x="933863" y="146335"/>
                      </a:lnTo>
                      <a:cubicBezTo>
                        <a:pt x="880805" y="146335"/>
                        <a:pt x="851429" y="127404"/>
                        <a:pt x="829996" y="113587"/>
                      </a:cubicBezTo>
                      <a:cubicBezTo>
                        <a:pt x="812588" y="102344"/>
                        <a:pt x="802977" y="96179"/>
                        <a:pt x="778243" y="96179"/>
                      </a:cubicBezTo>
                      <a:cubicBezTo>
                        <a:pt x="753510" y="96179"/>
                        <a:pt x="743899" y="102380"/>
                        <a:pt x="726491" y="113587"/>
                      </a:cubicBezTo>
                      <a:cubicBezTo>
                        <a:pt x="705058" y="127404"/>
                        <a:pt x="675682" y="146335"/>
                        <a:pt x="622624" y="146335"/>
                      </a:cubicBezTo>
                      <a:cubicBezTo>
                        <a:pt x="569566" y="146335"/>
                        <a:pt x="540190" y="127404"/>
                        <a:pt x="518756" y="113587"/>
                      </a:cubicBezTo>
                      <a:cubicBezTo>
                        <a:pt x="501348" y="102344"/>
                        <a:pt x="491738" y="96179"/>
                        <a:pt x="467004" y="96179"/>
                      </a:cubicBezTo>
                      <a:cubicBezTo>
                        <a:pt x="442270" y="96179"/>
                        <a:pt x="432660" y="102380"/>
                        <a:pt x="415252" y="113587"/>
                      </a:cubicBezTo>
                      <a:cubicBezTo>
                        <a:pt x="393818" y="127404"/>
                        <a:pt x="364442" y="146335"/>
                        <a:pt x="311384" y="146335"/>
                      </a:cubicBezTo>
                      <a:cubicBezTo>
                        <a:pt x="258326" y="146335"/>
                        <a:pt x="228951" y="127404"/>
                        <a:pt x="207481" y="113587"/>
                      </a:cubicBezTo>
                      <a:cubicBezTo>
                        <a:pt x="190073" y="102344"/>
                        <a:pt x="180462" y="96179"/>
                        <a:pt x="155692" y="96179"/>
                      </a:cubicBezTo>
                      <a:cubicBezTo>
                        <a:pt x="130922" y="96179"/>
                        <a:pt x="121348" y="102380"/>
                        <a:pt x="103904" y="113587"/>
                      </a:cubicBezTo>
                      <a:cubicBezTo>
                        <a:pt x="82470" y="127404"/>
                        <a:pt x="53094" y="146335"/>
                        <a:pt x="0" y="14633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" name="Google Shape;174;p15"/>
                <p:cNvSpPr/>
                <p:nvPr/>
              </p:nvSpPr>
              <p:spPr>
                <a:xfrm>
                  <a:off x="540500" y="703082"/>
                  <a:ext cx="1298070" cy="203406"/>
                </a:xfrm>
                <a:custGeom>
                  <a:rect b="b" l="l" r="r" t="t"/>
                  <a:pathLst>
                    <a:path extrusionOk="0" h="146335" w="933863">
                      <a:moveTo>
                        <a:pt x="0" y="146336"/>
                      </a:moveTo>
                      <a:lnTo>
                        <a:pt x="0" y="50157"/>
                      </a:lnTo>
                      <a:cubicBezTo>
                        <a:pt x="24770" y="50157"/>
                        <a:pt x="34344" y="43955"/>
                        <a:pt x="51789" y="32749"/>
                      </a:cubicBezTo>
                      <a:cubicBezTo>
                        <a:pt x="73222" y="18931"/>
                        <a:pt x="102598" y="0"/>
                        <a:pt x="155692" y="0"/>
                      </a:cubicBezTo>
                      <a:cubicBezTo>
                        <a:pt x="208786" y="0"/>
                        <a:pt x="238126" y="18931"/>
                        <a:pt x="259596" y="32749"/>
                      </a:cubicBezTo>
                      <a:cubicBezTo>
                        <a:pt x="277004" y="43991"/>
                        <a:pt x="286614" y="50157"/>
                        <a:pt x="311384" y="50157"/>
                      </a:cubicBezTo>
                      <a:cubicBezTo>
                        <a:pt x="336154" y="50157"/>
                        <a:pt x="345729" y="43955"/>
                        <a:pt x="363137" y="32749"/>
                      </a:cubicBezTo>
                      <a:cubicBezTo>
                        <a:pt x="384570" y="18931"/>
                        <a:pt x="413946" y="0"/>
                        <a:pt x="467004" y="0"/>
                      </a:cubicBezTo>
                      <a:cubicBezTo>
                        <a:pt x="520062" y="0"/>
                        <a:pt x="549438" y="18931"/>
                        <a:pt x="570871" y="32749"/>
                      </a:cubicBezTo>
                      <a:cubicBezTo>
                        <a:pt x="588279" y="43991"/>
                        <a:pt x="597890" y="50157"/>
                        <a:pt x="622624" y="50157"/>
                      </a:cubicBezTo>
                      <a:cubicBezTo>
                        <a:pt x="647358" y="50157"/>
                        <a:pt x="656968" y="43955"/>
                        <a:pt x="674376" y="32749"/>
                      </a:cubicBezTo>
                      <a:cubicBezTo>
                        <a:pt x="695810" y="18931"/>
                        <a:pt x="725185" y="0"/>
                        <a:pt x="778243" y="0"/>
                      </a:cubicBezTo>
                      <a:cubicBezTo>
                        <a:pt x="831301" y="0"/>
                        <a:pt x="860677" y="18931"/>
                        <a:pt x="882111" y="32749"/>
                      </a:cubicBezTo>
                      <a:cubicBezTo>
                        <a:pt x="899519" y="43991"/>
                        <a:pt x="909129" y="50157"/>
                        <a:pt x="933863" y="50157"/>
                      </a:cubicBezTo>
                      <a:lnTo>
                        <a:pt x="933863" y="146336"/>
                      </a:lnTo>
                      <a:cubicBezTo>
                        <a:pt x="880805" y="146336"/>
                        <a:pt x="851429" y="127404"/>
                        <a:pt x="829996" y="113587"/>
                      </a:cubicBezTo>
                      <a:cubicBezTo>
                        <a:pt x="812588" y="102344"/>
                        <a:pt x="802977" y="96179"/>
                        <a:pt x="778243" y="96179"/>
                      </a:cubicBezTo>
                      <a:cubicBezTo>
                        <a:pt x="753510" y="96179"/>
                        <a:pt x="743899" y="102381"/>
                        <a:pt x="726491" y="113587"/>
                      </a:cubicBezTo>
                      <a:cubicBezTo>
                        <a:pt x="705058" y="127404"/>
                        <a:pt x="675682" y="146336"/>
                        <a:pt x="622624" y="146336"/>
                      </a:cubicBezTo>
                      <a:cubicBezTo>
                        <a:pt x="569566" y="146336"/>
                        <a:pt x="540190" y="127404"/>
                        <a:pt x="518756" y="113587"/>
                      </a:cubicBezTo>
                      <a:cubicBezTo>
                        <a:pt x="501348" y="102344"/>
                        <a:pt x="491738" y="96179"/>
                        <a:pt x="467004" y="96179"/>
                      </a:cubicBezTo>
                      <a:cubicBezTo>
                        <a:pt x="442270" y="96179"/>
                        <a:pt x="432660" y="102381"/>
                        <a:pt x="415252" y="113587"/>
                      </a:cubicBezTo>
                      <a:cubicBezTo>
                        <a:pt x="393818" y="127404"/>
                        <a:pt x="364442" y="146336"/>
                        <a:pt x="311384" y="146336"/>
                      </a:cubicBezTo>
                      <a:cubicBezTo>
                        <a:pt x="258326" y="146336"/>
                        <a:pt x="228951" y="127404"/>
                        <a:pt x="207481" y="113587"/>
                      </a:cubicBezTo>
                      <a:cubicBezTo>
                        <a:pt x="190073" y="102344"/>
                        <a:pt x="180462" y="96179"/>
                        <a:pt x="155692" y="96179"/>
                      </a:cubicBezTo>
                      <a:cubicBezTo>
                        <a:pt x="130922" y="96179"/>
                        <a:pt x="121348" y="102381"/>
                        <a:pt x="103904" y="113587"/>
                      </a:cubicBezTo>
                      <a:cubicBezTo>
                        <a:pt x="82470" y="127404"/>
                        <a:pt x="53094" y="146336"/>
                        <a:pt x="0" y="14633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75" name="Google Shape;175;p15"/>
              <p:cNvSpPr/>
              <p:nvPr/>
            </p:nvSpPr>
            <p:spPr>
              <a:xfrm flipH="1">
                <a:off x="7602770" y="4516700"/>
                <a:ext cx="418382" cy="418382"/>
              </a:xfrm>
              <a:custGeom>
                <a:rect b="b" l="l" r="r" t="t"/>
                <a:pathLst>
                  <a:path extrusionOk="0" h="342936" w="342936">
                    <a:moveTo>
                      <a:pt x="171468" y="0"/>
                    </a:moveTo>
                    <a:cubicBezTo>
                      <a:pt x="76776" y="0"/>
                      <a:pt x="0" y="76776"/>
                      <a:pt x="0" y="171468"/>
                    </a:cubicBezTo>
                    <a:cubicBezTo>
                      <a:pt x="0" y="266160"/>
                      <a:pt x="76776" y="342936"/>
                      <a:pt x="171468" y="342936"/>
                    </a:cubicBezTo>
                    <a:cubicBezTo>
                      <a:pt x="266160" y="342936"/>
                      <a:pt x="342936" y="266160"/>
                      <a:pt x="342936" y="171468"/>
                    </a:cubicBezTo>
                    <a:cubicBezTo>
                      <a:pt x="342936" y="76776"/>
                      <a:pt x="266160" y="0"/>
                      <a:pt x="171468" y="0"/>
                    </a:cubicBezTo>
                    <a:close/>
                    <a:moveTo>
                      <a:pt x="171468" y="281863"/>
                    </a:moveTo>
                    <a:cubicBezTo>
                      <a:pt x="110504" y="281863"/>
                      <a:pt x="61073" y="232432"/>
                      <a:pt x="61073" y="171468"/>
                    </a:cubicBezTo>
                    <a:cubicBezTo>
                      <a:pt x="61073" y="110504"/>
                      <a:pt x="110504" y="61073"/>
                      <a:pt x="171468" y="61073"/>
                    </a:cubicBezTo>
                    <a:cubicBezTo>
                      <a:pt x="232432" y="61073"/>
                      <a:pt x="281863" y="110504"/>
                      <a:pt x="281863" y="171468"/>
                    </a:cubicBezTo>
                    <a:cubicBezTo>
                      <a:pt x="281863" y="232432"/>
                      <a:pt x="232432" y="281863"/>
                      <a:pt x="171468" y="281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6" name="Google Shape;176;p15"/>
              <p:cNvGrpSpPr/>
              <p:nvPr/>
            </p:nvGrpSpPr>
            <p:grpSpPr>
              <a:xfrm flipH="1">
                <a:off x="8315526" y="3853322"/>
                <a:ext cx="1085831" cy="675413"/>
                <a:chOff x="4274895" y="3528397"/>
                <a:chExt cx="740272" cy="460467"/>
              </a:xfrm>
            </p:grpSpPr>
            <p:sp>
              <p:nvSpPr>
                <p:cNvPr id="177" name="Google Shape;177;p15"/>
                <p:cNvSpPr/>
                <p:nvPr/>
              </p:nvSpPr>
              <p:spPr>
                <a:xfrm>
                  <a:off x="4274895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" name="Google Shape;178;p15"/>
                <p:cNvSpPr/>
                <p:nvPr/>
              </p:nvSpPr>
              <p:spPr>
                <a:xfrm>
                  <a:off x="4410106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" name="Google Shape;179;p15"/>
                <p:cNvSpPr/>
                <p:nvPr/>
              </p:nvSpPr>
              <p:spPr>
                <a:xfrm>
                  <a:off x="4545290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" name="Google Shape;180;p15"/>
                <p:cNvSpPr/>
                <p:nvPr/>
              </p:nvSpPr>
              <p:spPr>
                <a:xfrm>
                  <a:off x="4680500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5"/>
                <p:cNvSpPr/>
                <p:nvPr/>
              </p:nvSpPr>
              <p:spPr>
                <a:xfrm>
                  <a:off x="4815711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5"/>
                <p:cNvSpPr/>
                <p:nvPr/>
              </p:nvSpPr>
              <p:spPr>
                <a:xfrm>
                  <a:off x="4950513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3" name="Google Shape;183;p15"/>
              <p:cNvGrpSpPr/>
              <p:nvPr/>
            </p:nvGrpSpPr>
            <p:grpSpPr>
              <a:xfrm flipH="1">
                <a:off x="6665192" y="-160021"/>
                <a:ext cx="1425966" cy="712982"/>
                <a:chOff x="6083802" y="754477"/>
                <a:chExt cx="1350730" cy="675364"/>
              </a:xfrm>
            </p:grpSpPr>
            <p:sp>
              <p:nvSpPr>
                <p:cNvPr id="184" name="Google Shape;184;p15"/>
                <p:cNvSpPr/>
                <p:nvPr/>
              </p:nvSpPr>
              <p:spPr>
                <a:xfrm>
                  <a:off x="6083802" y="754477"/>
                  <a:ext cx="1350730" cy="675364"/>
                </a:xfrm>
                <a:custGeom>
                  <a:rect b="b" l="l" r="r" t="t"/>
                  <a:pathLst>
                    <a:path extrusionOk="0" h="601661" w="1203323">
                      <a:moveTo>
                        <a:pt x="1101196" y="0"/>
                      </a:moveTo>
                      <a:cubicBezTo>
                        <a:pt x="1101196" y="275880"/>
                        <a:pt x="877541" y="499535"/>
                        <a:pt x="601661" y="499535"/>
                      </a:cubicBezTo>
                      <a:cubicBezTo>
                        <a:pt x="325782" y="499535"/>
                        <a:pt x="102126" y="275880"/>
                        <a:pt x="102126" y="0"/>
                      </a:cubicBezTo>
                      <a:lnTo>
                        <a:pt x="0" y="0"/>
                      </a:lnTo>
                      <a:cubicBezTo>
                        <a:pt x="0" y="332274"/>
                        <a:pt x="269388" y="601662"/>
                        <a:pt x="601661" y="601662"/>
                      </a:cubicBezTo>
                      <a:cubicBezTo>
                        <a:pt x="933936" y="601662"/>
                        <a:pt x="1203324" y="332274"/>
                        <a:pt x="1203324" y="0"/>
                      </a:cubicBezTo>
                      <a:lnTo>
                        <a:pt x="110119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5"/>
                <p:cNvSpPr/>
                <p:nvPr/>
              </p:nvSpPr>
              <p:spPr>
                <a:xfrm>
                  <a:off x="6393993" y="754477"/>
                  <a:ext cx="776975" cy="388487"/>
                </a:xfrm>
                <a:custGeom>
                  <a:rect b="b" l="l" r="r" t="t"/>
                  <a:pathLst>
                    <a:path extrusionOk="0" h="346091" w="692183">
                      <a:moveTo>
                        <a:pt x="346091" y="222858"/>
                      </a:moveTo>
                      <a:cubicBezTo>
                        <a:pt x="223003" y="222858"/>
                        <a:pt x="123234" y="123089"/>
                        <a:pt x="123234" y="0"/>
                      </a:cubicBezTo>
                      <a:lnTo>
                        <a:pt x="0" y="0"/>
                      </a:lnTo>
                      <a:cubicBezTo>
                        <a:pt x="0" y="191161"/>
                        <a:pt x="154967" y="346091"/>
                        <a:pt x="346091" y="346091"/>
                      </a:cubicBezTo>
                      <a:cubicBezTo>
                        <a:pt x="537216" y="346091"/>
                        <a:pt x="692183" y="191125"/>
                        <a:pt x="692183" y="0"/>
                      </a:cubicBezTo>
                      <a:lnTo>
                        <a:pt x="568949" y="0"/>
                      </a:lnTo>
                      <a:cubicBezTo>
                        <a:pt x="568949" y="123089"/>
                        <a:pt x="469180" y="222858"/>
                        <a:pt x="346091" y="22285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6" name="Google Shape;186;p15"/>
              <p:cNvSpPr/>
              <p:nvPr/>
            </p:nvSpPr>
            <p:spPr>
              <a:xfrm flipH="1">
                <a:off x="1504404" y="407588"/>
                <a:ext cx="322970" cy="322970"/>
              </a:xfrm>
              <a:custGeom>
                <a:rect b="b" l="l" r="r" t="t"/>
                <a:pathLst>
                  <a:path extrusionOk="0" h="207698" w="207698">
                    <a:moveTo>
                      <a:pt x="207698" y="89035"/>
                    </a:moveTo>
                    <a:lnTo>
                      <a:pt x="139590" y="89035"/>
                    </a:lnTo>
                    <a:lnTo>
                      <a:pt x="187752" y="40909"/>
                    </a:lnTo>
                    <a:lnTo>
                      <a:pt x="166790" y="19947"/>
                    </a:lnTo>
                    <a:lnTo>
                      <a:pt x="118664" y="68072"/>
                    </a:lnTo>
                    <a:lnTo>
                      <a:pt x="118664" y="0"/>
                    </a:lnTo>
                    <a:lnTo>
                      <a:pt x="89034" y="0"/>
                    </a:lnTo>
                    <a:lnTo>
                      <a:pt x="89034" y="68072"/>
                    </a:lnTo>
                    <a:lnTo>
                      <a:pt x="40872" y="19947"/>
                    </a:lnTo>
                    <a:lnTo>
                      <a:pt x="19947" y="40909"/>
                    </a:lnTo>
                    <a:lnTo>
                      <a:pt x="68072" y="89035"/>
                    </a:lnTo>
                    <a:lnTo>
                      <a:pt x="0" y="89035"/>
                    </a:lnTo>
                    <a:lnTo>
                      <a:pt x="0" y="118664"/>
                    </a:lnTo>
                    <a:lnTo>
                      <a:pt x="68072" y="118664"/>
                    </a:lnTo>
                    <a:lnTo>
                      <a:pt x="19947" y="166790"/>
                    </a:lnTo>
                    <a:lnTo>
                      <a:pt x="40872" y="187752"/>
                    </a:lnTo>
                    <a:lnTo>
                      <a:pt x="89034" y="139626"/>
                    </a:lnTo>
                    <a:lnTo>
                      <a:pt x="89034" y="207698"/>
                    </a:lnTo>
                    <a:lnTo>
                      <a:pt x="118664" y="207698"/>
                    </a:lnTo>
                    <a:lnTo>
                      <a:pt x="118664" y="139626"/>
                    </a:lnTo>
                    <a:lnTo>
                      <a:pt x="166790" y="187752"/>
                    </a:lnTo>
                    <a:lnTo>
                      <a:pt x="187752" y="166790"/>
                    </a:lnTo>
                    <a:lnTo>
                      <a:pt x="139590" y="118664"/>
                    </a:lnTo>
                    <a:lnTo>
                      <a:pt x="207698" y="118664"/>
                    </a:lnTo>
                    <a:lnTo>
                      <a:pt x="207698" y="890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5"/>
              <p:cNvSpPr/>
              <p:nvPr/>
            </p:nvSpPr>
            <p:spPr>
              <a:xfrm flipH="1">
                <a:off x="941748" y="303531"/>
                <a:ext cx="249385" cy="249425"/>
              </a:xfrm>
              <a:custGeom>
                <a:rect b="b" l="l" r="r" t="t"/>
                <a:pathLst>
                  <a:path extrusionOk="0" h="224707" w="224671">
                    <a:moveTo>
                      <a:pt x="224671" y="96324"/>
                    </a:moveTo>
                    <a:lnTo>
                      <a:pt x="128384" y="96324"/>
                    </a:lnTo>
                    <a:lnTo>
                      <a:pt x="128384" y="0"/>
                    </a:lnTo>
                    <a:lnTo>
                      <a:pt x="96324" y="0"/>
                    </a:lnTo>
                    <a:lnTo>
                      <a:pt x="96324" y="96324"/>
                    </a:lnTo>
                    <a:lnTo>
                      <a:pt x="0" y="96324"/>
                    </a:lnTo>
                    <a:lnTo>
                      <a:pt x="0" y="128384"/>
                    </a:lnTo>
                    <a:lnTo>
                      <a:pt x="96324" y="128384"/>
                    </a:lnTo>
                    <a:lnTo>
                      <a:pt x="96324" y="224707"/>
                    </a:lnTo>
                    <a:lnTo>
                      <a:pt x="128384" y="224707"/>
                    </a:lnTo>
                    <a:lnTo>
                      <a:pt x="128384" y="128384"/>
                    </a:lnTo>
                    <a:lnTo>
                      <a:pt x="224671" y="128384"/>
                    </a:lnTo>
                    <a:lnTo>
                      <a:pt x="224671" y="9632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8" name="Google Shape;188;p15"/>
              <p:cNvGrpSpPr/>
              <p:nvPr/>
            </p:nvGrpSpPr>
            <p:grpSpPr>
              <a:xfrm rot="5400000">
                <a:off x="-414254" y="3205057"/>
                <a:ext cx="1656979" cy="828489"/>
                <a:chOff x="-1097350" y="4385303"/>
                <a:chExt cx="2165703" cy="1082851"/>
              </a:xfrm>
            </p:grpSpPr>
            <p:sp>
              <p:nvSpPr>
                <p:cNvPr id="189" name="Google Shape;189;p15"/>
                <p:cNvSpPr/>
                <p:nvPr/>
              </p:nvSpPr>
              <p:spPr>
                <a:xfrm flipH="1">
                  <a:off x="-1097350" y="4385303"/>
                  <a:ext cx="2165703" cy="1082851"/>
                </a:xfrm>
                <a:custGeom>
                  <a:rect b="b" l="l" r="r" t="t"/>
                  <a:pathLst>
                    <a:path extrusionOk="0" h="535402" w="1070805">
                      <a:moveTo>
                        <a:pt x="90884" y="535403"/>
                      </a:moveTo>
                      <a:cubicBezTo>
                        <a:pt x="90884" y="289915"/>
                        <a:pt x="289914" y="90884"/>
                        <a:pt x="535402" y="90884"/>
                      </a:cubicBezTo>
                      <a:cubicBezTo>
                        <a:pt x="780890" y="90884"/>
                        <a:pt x="979921" y="289915"/>
                        <a:pt x="979921" y="535403"/>
                      </a:cubicBezTo>
                      <a:lnTo>
                        <a:pt x="1070806" y="535403"/>
                      </a:lnTo>
                      <a:cubicBezTo>
                        <a:pt x="1070806" y="239722"/>
                        <a:pt x="831120" y="0"/>
                        <a:pt x="535402" y="0"/>
                      </a:cubicBezTo>
                      <a:cubicBezTo>
                        <a:pt x="239685" y="0"/>
                        <a:pt x="0" y="239685"/>
                        <a:pt x="0" y="535403"/>
                      </a:cubicBezTo>
                      <a:lnTo>
                        <a:pt x="90884" y="53540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" name="Google Shape;190;p15"/>
                <p:cNvSpPr/>
                <p:nvPr/>
              </p:nvSpPr>
              <p:spPr>
                <a:xfrm flipH="1">
                  <a:off x="-496018" y="4984914"/>
                  <a:ext cx="964834" cy="482415"/>
                </a:xfrm>
                <a:custGeom>
                  <a:rect b="b" l="l" r="r" t="t"/>
                  <a:pathLst>
                    <a:path extrusionOk="0" h="238524" w="477050">
                      <a:moveTo>
                        <a:pt x="238525" y="84936"/>
                      </a:moveTo>
                      <a:cubicBezTo>
                        <a:pt x="323353" y="84936"/>
                        <a:pt x="392114" y="153698"/>
                        <a:pt x="392114" y="238525"/>
                      </a:cubicBezTo>
                      <a:lnTo>
                        <a:pt x="477050" y="238525"/>
                      </a:lnTo>
                      <a:cubicBezTo>
                        <a:pt x="477050" y="106805"/>
                        <a:pt x="370282" y="0"/>
                        <a:pt x="238525" y="0"/>
                      </a:cubicBezTo>
                      <a:cubicBezTo>
                        <a:pt x="106769" y="0"/>
                        <a:pt x="0" y="106769"/>
                        <a:pt x="0" y="238525"/>
                      </a:cubicBezTo>
                      <a:lnTo>
                        <a:pt x="84937" y="238525"/>
                      </a:lnTo>
                      <a:cubicBezTo>
                        <a:pt x="84937" y="153698"/>
                        <a:pt x="153698" y="84936"/>
                        <a:pt x="238525" y="8493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91" name="Google Shape;191;p15"/>
          <p:cNvSpPr txBox="1"/>
          <p:nvPr>
            <p:ph type="title"/>
          </p:nvPr>
        </p:nvSpPr>
        <p:spPr>
          <a:xfrm>
            <a:off x="2094000" y="790913"/>
            <a:ext cx="49560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2" name="Google Shape;192;p15"/>
          <p:cNvSpPr txBox="1"/>
          <p:nvPr>
            <p:ph idx="1" type="subTitle"/>
          </p:nvPr>
        </p:nvSpPr>
        <p:spPr>
          <a:xfrm>
            <a:off x="2094000" y="1801085"/>
            <a:ext cx="49560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15"/>
          <p:cNvSpPr txBox="1"/>
          <p:nvPr/>
        </p:nvSpPr>
        <p:spPr>
          <a:xfrm>
            <a:off x="2095950" y="3517486"/>
            <a:ext cx="49521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CREDITS: This presentation template was created by </a:t>
            </a:r>
            <a:r>
              <a:rPr b="1" lang="en" sz="900">
                <a:solidFill>
                  <a:schemeClr val="dk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, and includes icons by </a:t>
            </a:r>
            <a:r>
              <a:rPr b="1" lang="en" sz="900">
                <a:solidFill>
                  <a:schemeClr val="dk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, infographics &amp; images by </a:t>
            </a:r>
            <a:r>
              <a:rPr b="1" lang="en" sz="900">
                <a:solidFill>
                  <a:schemeClr val="dk2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and content by</a:t>
            </a:r>
            <a:r>
              <a:rPr b="1" lang="en" sz="9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Swetha Tandri</a:t>
            </a:r>
            <a:endParaRPr b="1" sz="9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16"/>
          <p:cNvGrpSpPr/>
          <p:nvPr/>
        </p:nvGrpSpPr>
        <p:grpSpPr>
          <a:xfrm>
            <a:off x="244705" y="-1481350"/>
            <a:ext cx="9633142" cy="8106205"/>
            <a:chOff x="244705" y="-1481350"/>
            <a:chExt cx="9633142" cy="8106205"/>
          </a:xfrm>
        </p:grpSpPr>
        <p:sp>
          <p:nvSpPr>
            <p:cNvPr id="196" name="Google Shape;196;p16"/>
            <p:cNvSpPr/>
            <p:nvPr/>
          </p:nvSpPr>
          <p:spPr>
            <a:xfrm>
              <a:off x="7436526" y="-1481350"/>
              <a:ext cx="2441322" cy="8106205"/>
            </a:xfrm>
            <a:custGeom>
              <a:rect b="b" l="l" r="r" t="t"/>
              <a:pathLst>
                <a:path extrusionOk="0" h="5027104" w="1513998">
                  <a:moveTo>
                    <a:pt x="245650" y="0"/>
                  </a:moveTo>
                  <a:cubicBezTo>
                    <a:pt x="148780" y="191834"/>
                    <a:pt x="0" y="303276"/>
                    <a:pt x="0" y="645414"/>
                  </a:cubicBezTo>
                  <a:cubicBezTo>
                    <a:pt x="0" y="1152811"/>
                    <a:pt x="327184" y="1152811"/>
                    <a:pt x="327184" y="1660303"/>
                  </a:cubicBezTo>
                  <a:cubicBezTo>
                    <a:pt x="327184" y="2167795"/>
                    <a:pt x="0" y="2167795"/>
                    <a:pt x="0" y="2675191"/>
                  </a:cubicBezTo>
                  <a:cubicBezTo>
                    <a:pt x="0" y="3182588"/>
                    <a:pt x="327184" y="3182588"/>
                    <a:pt x="327184" y="3690080"/>
                  </a:cubicBezTo>
                  <a:cubicBezTo>
                    <a:pt x="327184" y="4197573"/>
                    <a:pt x="0" y="4197573"/>
                    <a:pt x="0" y="4705065"/>
                  </a:cubicBezTo>
                  <a:cubicBezTo>
                    <a:pt x="0" y="4843177"/>
                    <a:pt x="24289" y="4943666"/>
                    <a:pt x="59531" y="5027105"/>
                  </a:cubicBezTo>
                  <a:lnTo>
                    <a:pt x="1513998" y="5027105"/>
                  </a:lnTo>
                  <a:lnTo>
                    <a:pt x="1513998" y="0"/>
                  </a:lnTo>
                  <a:lnTo>
                    <a:pt x="2455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7" name="Google Shape;197;p16"/>
            <p:cNvGrpSpPr/>
            <p:nvPr/>
          </p:nvGrpSpPr>
          <p:grpSpPr>
            <a:xfrm>
              <a:off x="244705" y="195881"/>
              <a:ext cx="9088947" cy="5137455"/>
              <a:chOff x="244705" y="195881"/>
              <a:chExt cx="9088947" cy="5137455"/>
            </a:xfrm>
          </p:grpSpPr>
          <p:sp>
            <p:nvSpPr>
              <p:cNvPr id="198" name="Google Shape;198;p16"/>
              <p:cNvSpPr/>
              <p:nvPr/>
            </p:nvSpPr>
            <p:spPr>
              <a:xfrm>
                <a:off x="644127" y="4589300"/>
                <a:ext cx="418382" cy="418382"/>
              </a:xfrm>
              <a:custGeom>
                <a:rect b="b" l="l" r="r" t="t"/>
                <a:pathLst>
                  <a:path extrusionOk="0" h="342936" w="342936">
                    <a:moveTo>
                      <a:pt x="171468" y="0"/>
                    </a:moveTo>
                    <a:cubicBezTo>
                      <a:pt x="76776" y="0"/>
                      <a:pt x="0" y="76776"/>
                      <a:pt x="0" y="171468"/>
                    </a:cubicBezTo>
                    <a:cubicBezTo>
                      <a:pt x="0" y="266160"/>
                      <a:pt x="76776" y="342936"/>
                      <a:pt x="171468" y="342936"/>
                    </a:cubicBezTo>
                    <a:cubicBezTo>
                      <a:pt x="266160" y="342936"/>
                      <a:pt x="342936" y="266160"/>
                      <a:pt x="342936" y="171468"/>
                    </a:cubicBezTo>
                    <a:cubicBezTo>
                      <a:pt x="342936" y="76776"/>
                      <a:pt x="266160" y="0"/>
                      <a:pt x="171468" y="0"/>
                    </a:cubicBezTo>
                    <a:close/>
                    <a:moveTo>
                      <a:pt x="171468" y="281863"/>
                    </a:moveTo>
                    <a:cubicBezTo>
                      <a:pt x="110504" y="281863"/>
                      <a:pt x="61073" y="232432"/>
                      <a:pt x="61073" y="171468"/>
                    </a:cubicBezTo>
                    <a:cubicBezTo>
                      <a:pt x="61073" y="110504"/>
                      <a:pt x="110504" y="61073"/>
                      <a:pt x="171468" y="61073"/>
                    </a:cubicBezTo>
                    <a:cubicBezTo>
                      <a:pt x="232432" y="61073"/>
                      <a:pt x="281863" y="110504"/>
                      <a:pt x="281863" y="171468"/>
                    </a:cubicBezTo>
                    <a:cubicBezTo>
                      <a:pt x="281863" y="232432"/>
                      <a:pt x="232432" y="281863"/>
                      <a:pt x="171468" y="281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9" name="Google Shape;199;p16"/>
              <p:cNvGrpSpPr/>
              <p:nvPr/>
            </p:nvGrpSpPr>
            <p:grpSpPr>
              <a:xfrm>
                <a:off x="8247822" y="320134"/>
                <a:ext cx="1085831" cy="675413"/>
                <a:chOff x="4274895" y="3528397"/>
                <a:chExt cx="740272" cy="460467"/>
              </a:xfrm>
            </p:grpSpPr>
            <p:sp>
              <p:nvSpPr>
                <p:cNvPr id="200" name="Google Shape;200;p16"/>
                <p:cNvSpPr/>
                <p:nvPr/>
              </p:nvSpPr>
              <p:spPr>
                <a:xfrm>
                  <a:off x="4274895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" name="Google Shape;201;p16"/>
                <p:cNvSpPr/>
                <p:nvPr/>
              </p:nvSpPr>
              <p:spPr>
                <a:xfrm>
                  <a:off x="4410106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" name="Google Shape;202;p16"/>
                <p:cNvSpPr/>
                <p:nvPr/>
              </p:nvSpPr>
              <p:spPr>
                <a:xfrm>
                  <a:off x="4545290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6"/>
                <p:cNvSpPr/>
                <p:nvPr/>
              </p:nvSpPr>
              <p:spPr>
                <a:xfrm>
                  <a:off x="4680500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16"/>
                <p:cNvSpPr/>
                <p:nvPr/>
              </p:nvSpPr>
              <p:spPr>
                <a:xfrm>
                  <a:off x="4815711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16"/>
                <p:cNvSpPr/>
                <p:nvPr/>
              </p:nvSpPr>
              <p:spPr>
                <a:xfrm>
                  <a:off x="4950513" y="3528397"/>
                  <a:ext cx="64654" cy="460467"/>
                </a:xfrm>
                <a:custGeom>
                  <a:rect b="b" l="l" r="r" t="t"/>
                  <a:pathLst>
                    <a:path extrusionOk="0" h="613956" w="86205">
                      <a:moveTo>
                        <a:pt x="0" y="0"/>
                      </a:moveTo>
                      <a:lnTo>
                        <a:pt x="86206" y="0"/>
                      </a:lnTo>
                      <a:lnTo>
                        <a:pt x="86206" y="613956"/>
                      </a:lnTo>
                      <a:lnTo>
                        <a:pt x="0" y="6139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06" name="Google Shape;206;p16"/>
              <p:cNvSpPr/>
              <p:nvPr/>
            </p:nvSpPr>
            <p:spPr>
              <a:xfrm>
                <a:off x="244705" y="4251802"/>
                <a:ext cx="337509" cy="337509"/>
              </a:xfrm>
              <a:custGeom>
                <a:rect b="b" l="l" r="r" t="t"/>
                <a:pathLst>
                  <a:path extrusionOk="0" h="207698" w="207698">
                    <a:moveTo>
                      <a:pt x="207698" y="89035"/>
                    </a:moveTo>
                    <a:lnTo>
                      <a:pt x="139590" y="89035"/>
                    </a:lnTo>
                    <a:lnTo>
                      <a:pt x="187752" y="40909"/>
                    </a:lnTo>
                    <a:lnTo>
                      <a:pt x="166790" y="19947"/>
                    </a:lnTo>
                    <a:lnTo>
                      <a:pt x="118664" y="68072"/>
                    </a:lnTo>
                    <a:lnTo>
                      <a:pt x="118664" y="0"/>
                    </a:lnTo>
                    <a:lnTo>
                      <a:pt x="89034" y="0"/>
                    </a:lnTo>
                    <a:lnTo>
                      <a:pt x="89034" y="68072"/>
                    </a:lnTo>
                    <a:lnTo>
                      <a:pt x="40872" y="19947"/>
                    </a:lnTo>
                    <a:lnTo>
                      <a:pt x="19947" y="40909"/>
                    </a:lnTo>
                    <a:lnTo>
                      <a:pt x="68072" y="89035"/>
                    </a:lnTo>
                    <a:lnTo>
                      <a:pt x="0" y="89035"/>
                    </a:lnTo>
                    <a:lnTo>
                      <a:pt x="0" y="118664"/>
                    </a:lnTo>
                    <a:lnTo>
                      <a:pt x="68072" y="118664"/>
                    </a:lnTo>
                    <a:lnTo>
                      <a:pt x="19947" y="166790"/>
                    </a:lnTo>
                    <a:lnTo>
                      <a:pt x="40872" y="187752"/>
                    </a:lnTo>
                    <a:lnTo>
                      <a:pt x="89034" y="139626"/>
                    </a:lnTo>
                    <a:lnTo>
                      <a:pt x="89034" y="207698"/>
                    </a:lnTo>
                    <a:lnTo>
                      <a:pt x="118664" y="207698"/>
                    </a:lnTo>
                    <a:lnTo>
                      <a:pt x="118664" y="139626"/>
                    </a:lnTo>
                    <a:lnTo>
                      <a:pt x="166790" y="187752"/>
                    </a:lnTo>
                    <a:lnTo>
                      <a:pt x="187752" y="166790"/>
                    </a:lnTo>
                    <a:lnTo>
                      <a:pt x="139590" y="118664"/>
                    </a:lnTo>
                    <a:lnTo>
                      <a:pt x="207698" y="118664"/>
                    </a:lnTo>
                    <a:lnTo>
                      <a:pt x="207698" y="890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6"/>
              <p:cNvSpPr/>
              <p:nvPr/>
            </p:nvSpPr>
            <p:spPr>
              <a:xfrm>
                <a:off x="7274996" y="195881"/>
                <a:ext cx="249385" cy="249425"/>
              </a:xfrm>
              <a:custGeom>
                <a:rect b="b" l="l" r="r" t="t"/>
                <a:pathLst>
                  <a:path extrusionOk="0" h="224707" w="224671">
                    <a:moveTo>
                      <a:pt x="224671" y="96324"/>
                    </a:moveTo>
                    <a:lnTo>
                      <a:pt x="128384" y="96324"/>
                    </a:lnTo>
                    <a:lnTo>
                      <a:pt x="128384" y="0"/>
                    </a:lnTo>
                    <a:lnTo>
                      <a:pt x="96324" y="0"/>
                    </a:lnTo>
                    <a:lnTo>
                      <a:pt x="96324" y="96324"/>
                    </a:lnTo>
                    <a:lnTo>
                      <a:pt x="0" y="96324"/>
                    </a:lnTo>
                    <a:lnTo>
                      <a:pt x="0" y="128384"/>
                    </a:lnTo>
                    <a:lnTo>
                      <a:pt x="96324" y="128384"/>
                    </a:lnTo>
                    <a:lnTo>
                      <a:pt x="96324" y="224707"/>
                    </a:lnTo>
                    <a:lnTo>
                      <a:pt x="128384" y="224707"/>
                    </a:lnTo>
                    <a:lnTo>
                      <a:pt x="128384" y="128384"/>
                    </a:lnTo>
                    <a:lnTo>
                      <a:pt x="224671" y="128384"/>
                    </a:lnTo>
                    <a:lnTo>
                      <a:pt x="224671" y="963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8" name="Google Shape;208;p16"/>
              <p:cNvGrpSpPr/>
              <p:nvPr/>
            </p:nvGrpSpPr>
            <p:grpSpPr>
              <a:xfrm>
                <a:off x="1179838" y="4589309"/>
                <a:ext cx="1488055" cy="744027"/>
                <a:chOff x="8423526" y="4385303"/>
                <a:chExt cx="2165703" cy="1082851"/>
              </a:xfrm>
            </p:grpSpPr>
            <p:sp>
              <p:nvSpPr>
                <p:cNvPr id="209" name="Google Shape;209;p16"/>
                <p:cNvSpPr/>
                <p:nvPr/>
              </p:nvSpPr>
              <p:spPr>
                <a:xfrm>
                  <a:off x="8423526" y="4385303"/>
                  <a:ext cx="2165703" cy="1082851"/>
                </a:xfrm>
                <a:custGeom>
                  <a:rect b="b" l="l" r="r" t="t"/>
                  <a:pathLst>
                    <a:path extrusionOk="0" h="535402" w="1070805">
                      <a:moveTo>
                        <a:pt x="90884" y="535403"/>
                      </a:moveTo>
                      <a:cubicBezTo>
                        <a:pt x="90884" y="289915"/>
                        <a:pt x="289914" y="90884"/>
                        <a:pt x="535402" y="90884"/>
                      </a:cubicBezTo>
                      <a:cubicBezTo>
                        <a:pt x="780890" y="90884"/>
                        <a:pt x="979921" y="289915"/>
                        <a:pt x="979921" y="535403"/>
                      </a:cubicBezTo>
                      <a:lnTo>
                        <a:pt x="1070806" y="535403"/>
                      </a:lnTo>
                      <a:cubicBezTo>
                        <a:pt x="1070806" y="239722"/>
                        <a:pt x="831120" y="0"/>
                        <a:pt x="535402" y="0"/>
                      </a:cubicBezTo>
                      <a:cubicBezTo>
                        <a:pt x="239685" y="0"/>
                        <a:pt x="0" y="239685"/>
                        <a:pt x="0" y="535403"/>
                      </a:cubicBezTo>
                      <a:lnTo>
                        <a:pt x="90884" y="53540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16"/>
                <p:cNvSpPr/>
                <p:nvPr/>
              </p:nvSpPr>
              <p:spPr>
                <a:xfrm>
                  <a:off x="9023063" y="4984914"/>
                  <a:ext cx="964834" cy="482415"/>
                </a:xfrm>
                <a:custGeom>
                  <a:rect b="b" l="l" r="r" t="t"/>
                  <a:pathLst>
                    <a:path extrusionOk="0" h="238524" w="477050">
                      <a:moveTo>
                        <a:pt x="238525" y="84936"/>
                      </a:moveTo>
                      <a:cubicBezTo>
                        <a:pt x="323353" y="84936"/>
                        <a:pt x="392114" y="153698"/>
                        <a:pt x="392114" y="238525"/>
                      </a:cubicBezTo>
                      <a:lnTo>
                        <a:pt x="477050" y="238525"/>
                      </a:lnTo>
                      <a:cubicBezTo>
                        <a:pt x="477050" y="106805"/>
                        <a:pt x="370282" y="0"/>
                        <a:pt x="238525" y="0"/>
                      </a:cubicBezTo>
                      <a:cubicBezTo>
                        <a:pt x="106769" y="0"/>
                        <a:pt x="0" y="106769"/>
                        <a:pt x="0" y="238525"/>
                      </a:cubicBezTo>
                      <a:lnTo>
                        <a:pt x="84937" y="238525"/>
                      </a:lnTo>
                      <a:cubicBezTo>
                        <a:pt x="84937" y="153698"/>
                        <a:pt x="153698" y="84936"/>
                        <a:pt x="238525" y="8493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-2758140" y="-1557508"/>
            <a:ext cx="14660280" cy="6492236"/>
            <a:chOff x="-2758140" y="-1557508"/>
            <a:chExt cx="14660280" cy="6492236"/>
          </a:xfrm>
        </p:grpSpPr>
        <p:grpSp>
          <p:nvGrpSpPr>
            <p:cNvPr id="213" name="Google Shape;213;p17"/>
            <p:cNvGrpSpPr/>
            <p:nvPr/>
          </p:nvGrpSpPr>
          <p:grpSpPr>
            <a:xfrm>
              <a:off x="-2758140" y="-1557508"/>
              <a:ext cx="14660280" cy="2441322"/>
              <a:chOff x="-3148866" y="-1557508"/>
              <a:chExt cx="14660280" cy="2441322"/>
            </a:xfrm>
          </p:grpSpPr>
          <p:sp>
            <p:nvSpPr>
              <p:cNvPr id="214" name="Google Shape;214;p17"/>
              <p:cNvSpPr/>
              <p:nvPr/>
            </p:nvSpPr>
            <p:spPr>
              <a:xfrm rot="-5400000">
                <a:off x="-316424" y="-4389950"/>
                <a:ext cx="2441322" cy="8106205"/>
              </a:xfrm>
              <a:custGeom>
                <a:rect b="b" l="l" r="r" t="t"/>
                <a:pathLst>
                  <a:path extrusionOk="0" h="5027104" w="1513998">
                    <a:moveTo>
                      <a:pt x="245650" y="0"/>
                    </a:moveTo>
                    <a:cubicBezTo>
                      <a:pt x="148780" y="191834"/>
                      <a:pt x="0" y="303276"/>
                      <a:pt x="0" y="645414"/>
                    </a:cubicBezTo>
                    <a:cubicBezTo>
                      <a:pt x="0" y="1152811"/>
                      <a:pt x="327184" y="1152811"/>
                      <a:pt x="327184" y="1660303"/>
                    </a:cubicBezTo>
                    <a:cubicBezTo>
                      <a:pt x="327184" y="2167795"/>
                      <a:pt x="0" y="2167795"/>
                      <a:pt x="0" y="2675191"/>
                    </a:cubicBezTo>
                    <a:cubicBezTo>
                      <a:pt x="0" y="3182588"/>
                      <a:pt x="327184" y="3182588"/>
                      <a:pt x="327184" y="3690080"/>
                    </a:cubicBezTo>
                    <a:cubicBezTo>
                      <a:pt x="327184" y="4197573"/>
                      <a:pt x="0" y="4197573"/>
                      <a:pt x="0" y="4705065"/>
                    </a:cubicBezTo>
                    <a:cubicBezTo>
                      <a:pt x="0" y="4843177"/>
                      <a:pt x="24289" y="4943666"/>
                      <a:pt x="59531" y="5027105"/>
                    </a:cubicBezTo>
                    <a:lnTo>
                      <a:pt x="1513998" y="5027105"/>
                    </a:lnTo>
                    <a:lnTo>
                      <a:pt x="1513998" y="0"/>
                    </a:lnTo>
                    <a:lnTo>
                      <a:pt x="2455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 rot="-5400000">
                <a:off x="6237651" y="-4389950"/>
                <a:ext cx="2441322" cy="8106205"/>
              </a:xfrm>
              <a:custGeom>
                <a:rect b="b" l="l" r="r" t="t"/>
                <a:pathLst>
                  <a:path extrusionOk="0" h="5027104" w="1513998">
                    <a:moveTo>
                      <a:pt x="245650" y="0"/>
                    </a:moveTo>
                    <a:cubicBezTo>
                      <a:pt x="148780" y="191834"/>
                      <a:pt x="0" y="303276"/>
                      <a:pt x="0" y="645414"/>
                    </a:cubicBezTo>
                    <a:cubicBezTo>
                      <a:pt x="0" y="1152811"/>
                      <a:pt x="327184" y="1152811"/>
                      <a:pt x="327184" y="1660303"/>
                    </a:cubicBezTo>
                    <a:cubicBezTo>
                      <a:pt x="327184" y="2167795"/>
                      <a:pt x="0" y="2167795"/>
                      <a:pt x="0" y="2675191"/>
                    </a:cubicBezTo>
                    <a:cubicBezTo>
                      <a:pt x="0" y="3182588"/>
                      <a:pt x="327184" y="3182588"/>
                      <a:pt x="327184" y="3690080"/>
                    </a:cubicBezTo>
                    <a:cubicBezTo>
                      <a:pt x="327184" y="4197573"/>
                      <a:pt x="0" y="4197573"/>
                      <a:pt x="0" y="4705065"/>
                    </a:cubicBezTo>
                    <a:cubicBezTo>
                      <a:pt x="0" y="4843177"/>
                      <a:pt x="24289" y="4943666"/>
                      <a:pt x="59531" y="5027105"/>
                    </a:cubicBezTo>
                    <a:lnTo>
                      <a:pt x="1513998" y="5027105"/>
                    </a:lnTo>
                    <a:lnTo>
                      <a:pt x="1513998" y="0"/>
                    </a:lnTo>
                    <a:lnTo>
                      <a:pt x="2455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6" name="Google Shape;216;p17"/>
            <p:cNvSpPr/>
            <p:nvPr/>
          </p:nvSpPr>
          <p:spPr>
            <a:xfrm rot="10800000">
              <a:off x="8077404" y="4648803"/>
              <a:ext cx="286544" cy="285925"/>
            </a:xfrm>
            <a:custGeom>
              <a:rect b="b" l="l" r="r" t="t"/>
              <a:pathLst>
                <a:path extrusionOk="0" h="123777" w="123777">
                  <a:moveTo>
                    <a:pt x="0" y="70720"/>
                  </a:moveTo>
                  <a:lnTo>
                    <a:pt x="40582" y="70720"/>
                  </a:lnTo>
                  <a:lnTo>
                    <a:pt x="11859" y="99407"/>
                  </a:lnTo>
                  <a:lnTo>
                    <a:pt x="24371" y="111883"/>
                  </a:lnTo>
                  <a:lnTo>
                    <a:pt x="53058" y="83196"/>
                  </a:lnTo>
                  <a:lnTo>
                    <a:pt x="53058" y="123778"/>
                  </a:lnTo>
                  <a:lnTo>
                    <a:pt x="70720" y="123778"/>
                  </a:lnTo>
                  <a:lnTo>
                    <a:pt x="70720" y="83196"/>
                  </a:lnTo>
                  <a:lnTo>
                    <a:pt x="99407" y="111883"/>
                  </a:lnTo>
                  <a:lnTo>
                    <a:pt x="111918" y="99407"/>
                  </a:lnTo>
                  <a:lnTo>
                    <a:pt x="83196" y="70720"/>
                  </a:lnTo>
                  <a:lnTo>
                    <a:pt x="123778" y="70720"/>
                  </a:lnTo>
                  <a:lnTo>
                    <a:pt x="123778" y="53058"/>
                  </a:lnTo>
                  <a:lnTo>
                    <a:pt x="83196" y="53058"/>
                  </a:lnTo>
                  <a:lnTo>
                    <a:pt x="111918" y="24371"/>
                  </a:lnTo>
                  <a:lnTo>
                    <a:pt x="99407" y="11859"/>
                  </a:lnTo>
                  <a:lnTo>
                    <a:pt x="70720" y="40582"/>
                  </a:lnTo>
                  <a:lnTo>
                    <a:pt x="70720" y="0"/>
                  </a:lnTo>
                  <a:lnTo>
                    <a:pt x="53058" y="0"/>
                  </a:lnTo>
                  <a:lnTo>
                    <a:pt x="53058" y="40582"/>
                  </a:lnTo>
                  <a:lnTo>
                    <a:pt x="24371" y="11859"/>
                  </a:lnTo>
                  <a:lnTo>
                    <a:pt x="11859" y="24371"/>
                  </a:lnTo>
                  <a:lnTo>
                    <a:pt x="40582" y="53058"/>
                  </a:lnTo>
                  <a:lnTo>
                    <a:pt x="0" y="53058"/>
                  </a:lnTo>
                  <a:lnTo>
                    <a:pt x="0" y="707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7" name="Google Shape;217;p17"/>
            <p:cNvGrpSpPr/>
            <p:nvPr/>
          </p:nvGrpSpPr>
          <p:grpSpPr>
            <a:xfrm>
              <a:off x="8569567" y="4069521"/>
              <a:ext cx="323366" cy="865201"/>
              <a:chOff x="14298616" y="166555"/>
              <a:chExt cx="261771" cy="700397"/>
            </a:xfrm>
          </p:grpSpPr>
          <p:sp>
            <p:nvSpPr>
              <p:cNvPr id="218" name="Google Shape;218;p17"/>
              <p:cNvSpPr/>
              <p:nvPr/>
            </p:nvSpPr>
            <p:spPr>
              <a:xfrm>
                <a:off x="14298616" y="166555"/>
                <a:ext cx="109751" cy="700397"/>
              </a:xfrm>
              <a:custGeom>
                <a:rect b="b" l="l" r="r" t="t"/>
                <a:pathLst>
                  <a:path extrusionOk="0" h="933863" w="146335">
                    <a:moveTo>
                      <a:pt x="146336" y="933863"/>
                    </a:moveTo>
                    <a:lnTo>
                      <a:pt x="50157" y="933863"/>
                    </a:lnTo>
                    <a:cubicBezTo>
                      <a:pt x="50157" y="909093"/>
                      <a:pt x="43955" y="899519"/>
                      <a:pt x="32749" y="882074"/>
                    </a:cubicBezTo>
                    <a:cubicBezTo>
                      <a:pt x="18931" y="860641"/>
                      <a:pt x="0" y="831265"/>
                      <a:pt x="0" y="778171"/>
                    </a:cubicBezTo>
                    <a:cubicBezTo>
                      <a:pt x="0" y="725077"/>
                      <a:pt x="18931" y="695737"/>
                      <a:pt x="32749" y="674267"/>
                    </a:cubicBezTo>
                    <a:cubicBezTo>
                      <a:pt x="43991" y="656859"/>
                      <a:pt x="50157" y="647249"/>
                      <a:pt x="50157" y="622479"/>
                    </a:cubicBezTo>
                    <a:cubicBezTo>
                      <a:pt x="50157" y="597709"/>
                      <a:pt x="43955" y="588134"/>
                      <a:pt x="32749" y="570726"/>
                    </a:cubicBezTo>
                    <a:cubicBezTo>
                      <a:pt x="18931" y="549293"/>
                      <a:pt x="0" y="519917"/>
                      <a:pt x="0" y="466859"/>
                    </a:cubicBezTo>
                    <a:cubicBezTo>
                      <a:pt x="0" y="413801"/>
                      <a:pt x="18931" y="384425"/>
                      <a:pt x="32749" y="362992"/>
                    </a:cubicBezTo>
                    <a:cubicBezTo>
                      <a:pt x="43991" y="345584"/>
                      <a:pt x="50157" y="335973"/>
                      <a:pt x="50157" y="311239"/>
                    </a:cubicBezTo>
                    <a:cubicBezTo>
                      <a:pt x="50157" y="286506"/>
                      <a:pt x="43955" y="276895"/>
                      <a:pt x="32749" y="259487"/>
                    </a:cubicBezTo>
                    <a:cubicBezTo>
                      <a:pt x="18931" y="238053"/>
                      <a:pt x="0" y="208678"/>
                      <a:pt x="0" y="155620"/>
                    </a:cubicBezTo>
                    <a:cubicBezTo>
                      <a:pt x="0" y="102562"/>
                      <a:pt x="18931" y="73186"/>
                      <a:pt x="32749" y="51752"/>
                    </a:cubicBezTo>
                    <a:cubicBezTo>
                      <a:pt x="43991" y="34344"/>
                      <a:pt x="50157" y="24734"/>
                      <a:pt x="50157" y="0"/>
                    </a:cubicBezTo>
                    <a:lnTo>
                      <a:pt x="146336" y="0"/>
                    </a:lnTo>
                    <a:cubicBezTo>
                      <a:pt x="146336" y="53058"/>
                      <a:pt x="127404" y="82434"/>
                      <a:pt x="113587" y="103867"/>
                    </a:cubicBezTo>
                    <a:cubicBezTo>
                      <a:pt x="102344" y="121275"/>
                      <a:pt x="96179" y="130886"/>
                      <a:pt x="96179" y="155620"/>
                    </a:cubicBezTo>
                    <a:cubicBezTo>
                      <a:pt x="96179" y="180353"/>
                      <a:pt x="102380" y="189964"/>
                      <a:pt x="113587" y="207372"/>
                    </a:cubicBezTo>
                    <a:cubicBezTo>
                      <a:pt x="127404" y="228806"/>
                      <a:pt x="146336" y="258181"/>
                      <a:pt x="146336" y="311239"/>
                    </a:cubicBezTo>
                    <a:cubicBezTo>
                      <a:pt x="146336" y="364297"/>
                      <a:pt x="127404" y="393673"/>
                      <a:pt x="113587" y="415107"/>
                    </a:cubicBezTo>
                    <a:cubicBezTo>
                      <a:pt x="102344" y="432515"/>
                      <a:pt x="96179" y="442125"/>
                      <a:pt x="96179" y="466859"/>
                    </a:cubicBezTo>
                    <a:cubicBezTo>
                      <a:pt x="96179" y="491593"/>
                      <a:pt x="102380" y="501203"/>
                      <a:pt x="113587" y="518611"/>
                    </a:cubicBezTo>
                    <a:cubicBezTo>
                      <a:pt x="127404" y="540045"/>
                      <a:pt x="146336" y="569421"/>
                      <a:pt x="146336" y="622479"/>
                    </a:cubicBezTo>
                    <a:cubicBezTo>
                      <a:pt x="146336" y="675537"/>
                      <a:pt x="127404" y="704912"/>
                      <a:pt x="113587" y="726382"/>
                    </a:cubicBezTo>
                    <a:cubicBezTo>
                      <a:pt x="102344" y="743790"/>
                      <a:pt x="96179" y="753401"/>
                      <a:pt x="96179" y="778171"/>
                    </a:cubicBezTo>
                    <a:cubicBezTo>
                      <a:pt x="96179" y="802941"/>
                      <a:pt x="102380" y="812515"/>
                      <a:pt x="113587" y="829960"/>
                    </a:cubicBezTo>
                    <a:cubicBezTo>
                      <a:pt x="127404" y="851393"/>
                      <a:pt x="146336" y="880769"/>
                      <a:pt x="146336" y="933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14450636" y="166555"/>
                <a:ext cx="109751" cy="700397"/>
              </a:xfrm>
              <a:custGeom>
                <a:rect b="b" l="l" r="r" t="t"/>
                <a:pathLst>
                  <a:path extrusionOk="0" h="933863" w="146335">
                    <a:moveTo>
                      <a:pt x="146336" y="933863"/>
                    </a:moveTo>
                    <a:lnTo>
                      <a:pt x="50157" y="933863"/>
                    </a:lnTo>
                    <a:cubicBezTo>
                      <a:pt x="50157" y="909093"/>
                      <a:pt x="43955" y="899519"/>
                      <a:pt x="32749" y="882074"/>
                    </a:cubicBezTo>
                    <a:cubicBezTo>
                      <a:pt x="18931" y="860641"/>
                      <a:pt x="0" y="831265"/>
                      <a:pt x="0" y="778171"/>
                    </a:cubicBezTo>
                    <a:cubicBezTo>
                      <a:pt x="0" y="725077"/>
                      <a:pt x="18931" y="695737"/>
                      <a:pt x="32749" y="674267"/>
                    </a:cubicBezTo>
                    <a:cubicBezTo>
                      <a:pt x="43992" y="656859"/>
                      <a:pt x="50157" y="647249"/>
                      <a:pt x="50157" y="622479"/>
                    </a:cubicBezTo>
                    <a:cubicBezTo>
                      <a:pt x="50157" y="597709"/>
                      <a:pt x="43955" y="588134"/>
                      <a:pt x="32749" y="570726"/>
                    </a:cubicBezTo>
                    <a:cubicBezTo>
                      <a:pt x="18931" y="549293"/>
                      <a:pt x="0" y="519917"/>
                      <a:pt x="0" y="466859"/>
                    </a:cubicBezTo>
                    <a:cubicBezTo>
                      <a:pt x="0" y="413801"/>
                      <a:pt x="18931" y="384425"/>
                      <a:pt x="32749" y="362992"/>
                    </a:cubicBezTo>
                    <a:cubicBezTo>
                      <a:pt x="43992" y="345584"/>
                      <a:pt x="50157" y="335973"/>
                      <a:pt x="50157" y="311239"/>
                    </a:cubicBezTo>
                    <a:cubicBezTo>
                      <a:pt x="50157" y="286506"/>
                      <a:pt x="43955" y="276895"/>
                      <a:pt x="32749" y="259487"/>
                    </a:cubicBezTo>
                    <a:cubicBezTo>
                      <a:pt x="18931" y="238053"/>
                      <a:pt x="0" y="208678"/>
                      <a:pt x="0" y="155620"/>
                    </a:cubicBezTo>
                    <a:cubicBezTo>
                      <a:pt x="0" y="102562"/>
                      <a:pt x="18931" y="73186"/>
                      <a:pt x="32749" y="51752"/>
                    </a:cubicBezTo>
                    <a:cubicBezTo>
                      <a:pt x="43992" y="34344"/>
                      <a:pt x="50157" y="24734"/>
                      <a:pt x="50157" y="0"/>
                    </a:cubicBezTo>
                    <a:lnTo>
                      <a:pt x="146336" y="0"/>
                    </a:lnTo>
                    <a:cubicBezTo>
                      <a:pt x="146336" y="53058"/>
                      <a:pt x="127405" y="82434"/>
                      <a:pt x="113587" y="103867"/>
                    </a:cubicBezTo>
                    <a:cubicBezTo>
                      <a:pt x="102344" y="121275"/>
                      <a:pt x="96179" y="130886"/>
                      <a:pt x="96179" y="155620"/>
                    </a:cubicBezTo>
                    <a:cubicBezTo>
                      <a:pt x="96179" y="180353"/>
                      <a:pt x="102380" y="189964"/>
                      <a:pt x="113587" y="207372"/>
                    </a:cubicBezTo>
                    <a:cubicBezTo>
                      <a:pt x="127405" y="228806"/>
                      <a:pt x="146336" y="258181"/>
                      <a:pt x="146336" y="311239"/>
                    </a:cubicBezTo>
                    <a:cubicBezTo>
                      <a:pt x="146336" y="364297"/>
                      <a:pt x="127405" y="393673"/>
                      <a:pt x="113587" y="415107"/>
                    </a:cubicBezTo>
                    <a:cubicBezTo>
                      <a:pt x="102344" y="432515"/>
                      <a:pt x="96179" y="442125"/>
                      <a:pt x="96179" y="466859"/>
                    </a:cubicBezTo>
                    <a:cubicBezTo>
                      <a:pt x="96179" y="491593"/>
                      <a:pt x="102380" y="501203"/>
                      <a:pt x="113587" y="518611"/>
                    </a:cubicBezTo>
                    <a:cubicBezTo>
                      <a:pt x="127405" y="540045"/>
                      <a:pt x="146336" y="569421"/>
                      <a:pt x="146336" y="622479"/>
                    </a:cubicBezTo>
                    <a:cubicBezTo>
                      <a:pt x="146336" y="675537"/>
                      <a:pt x="127405" y="704912"/>
                      <a:pt x="113587" y="726382"/>
                    </a:cubicBezTo>
                    <a:cubicBezTo>
                      <a:pt x="102344" y="743790"/>
                      <a:pt x="96179" y="753401"/>
                      <a:pt x="96179" y="778171"/>
                    </a:cubicBezTo>
                    <a:cubicBezTo>
                      <a:pt x="96179" y="802941"/>
                      <a:pt x="102380" y="812515"/>
                      <a:pt x="113587" y="829960"/>
                    </a:cubicBezTo>
                    <a:cubicBezTo>
                      <a:pt x="127405" y="851393"/>
                      <a:pt x="146336" y="880769"/>
                      <a:pt x="146336" y="9338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0" name="Google Shape;220;p17"/>
            <p:cNvSpPr/>
            <p:nvPr/>
          </p:nvSpPr>
          <p:spPr>
            <a:xfrm rot="10800000">
              <a:off x="98647" y="473432"/>
              <a:ext cx="168503" cy="168530"/>
            </a:xfrm>
            <a:custGeom>
              <a:rect b="b" l="l" r="r" t="t"/>
              <a:pathLst>
                <a:path extrusionOk="0" h="224707" w="224671">
                  <a:moveTo>
                    <a:pt x="224671" y="96324"/>
                  </a:moveTo>
                  <a:lnTo>
                    <a:pt x="128384" y="96324"/>
                  </a:lnTo>
                  <a:lnTo>
                    <a:pt x="128384" y="0"/>
                  </a:lnTo>
                  <a:lnTo>
                    <a:pt x="96324" y="0"/>
                  </a:lnTo>
                  <a:lnTo>
                    <a:pt x="96324" y="96324"/>
                  </a:lnTo>
                  <a:lnTo>
                    <a:pt x="0" y="96324"/>
                  </a:lnTo>
                  <a:lnTo>
                    <a:pt x="0" y="128384"/>
                  </a:lnTo>
                  <a:lnTo>
                    <a:pt x="96324" y="128384"/>
                  </a:lnTo>
                  <a:lnTo>
                    <a:pt x="96324" y="224707"/>
                  </a:lnTo>
                  <a:lnTo>
                    <a:pt x="128384" y="224707"/>
                  </a:lnTo>
                  <a:lnTo>
                    <a:pt x="128384" y="128384"/>
                  </a:lnTo>
                  <a:lnTo>
                    <a:pt x="224671" y="128384"/>
                  </a:lnTo>
                  <a:lnTo>
                    <a:pt x="224671" y="963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ua One"/>
              <a:buNone/>
              <a:defRPr sz="35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beallslist" TargetMode="External"/><Relationship Id="rId4" Type="http://schemas.openxmlformats.org/officeDocument/2006/relationships/hyperlink" Target="https://doi.org/10.1117/12.2558083" TargetMode="External"/><Relationship Id="rId5" Type="http://schemas.openxmlformats.org/officeDocument/2006/relationships/hyperlink" Target="https://doi.org/10.5220/0010714100003064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rxiv.org/abs/1806.00069" TargetMode="External"/><Relationship Id="rId4" Type="http://schemas.openxmlformats.org/officeDocument/2006/relationships/hyperlink" Target="https://doi.org/10.1177/01655515221112844" TargetMode="External"/><Relationship Id="rId5" Type="http://schemas.openxmlformats.org/officeDocument/2006/relationships/hyperlink" Target="https://arxiv.org/abs/2002.05969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rxiv.org/abs/2405.0743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/>
          <p:nvPr>
            <p:ph type="ctrTitle"/>
          </p:nvPr>
        </p:nvSpPr>
        <p:spPr>
          <a:xfrm>
            <a:off x="847450" y="1401750"/>
            <a:ext cx="6672600" cy="23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Explainable 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via Knowledge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 flipH="1" rot="10800000">
            <a:off x="966300" y="3545683"/>
            <a:ext cx="5065500" cy="3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847450" y="3807425"/>
            <a:ext cx="47496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Reese Hatfield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 txBox="1"/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233" name="Google Shape;233;p19"/>
          <p:cNvSpPr txBox="1"/>
          <p:nvPr>
            <p:ph idx="2" type="subTitle"/>
          </p:nvPr>
        </p:nvSpPr>
        <p:spPr>
          <a:xfrm>
            <a:off x="701250" y="1296475"/>
            <a:ext cx="4310100" cy="28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Black Box Algorithms</a:t>
            </a:r>
            <a:endParaRPr sz="2700"/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Biased outputs</a:t>
            </a:r>
            <a:endParaRPr sz="2700"/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Difficult to understand conclusions</a:t>
            </a:r>
            <a:endParaRPr sz="27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234" name="Google Shape;234;p19"/>
          <p:cNvSpPr/>
          <p:nvPr/>
        </p:nvSpPr>
        <p:spPr>
          <a:xfrm>
            <a:off x="822200" y="1076625"/>
            <a:ext cx="5890500" cy="3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5114350" y="1797725"/>
            <a:ext cx="1480200" cy="16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400">
                <a:latin typeface="Inter"/>
                <a:ea typeface="Inter"/>
                <a:cs typeface="Inter"/>
                <a:sym typeface="Inter"/>
              </a:rPr>
              <a:t>?</a:t>
            </a:r>
            <a:endParaRPr sz="9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6787700" y="2389650"/>
            <a:ext cx="888000" cy="38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p19"/>
          <p:cNvSpPr/>
          <p:nvPr/>
        </p:nvSpPr>
        <p:spPr>
          <a:xfrm rot="2196398">
            <a:off x="6671821" y="3033492"/>
            <a:ext cx="887949" cy="3859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19"/>
          <p:cNvSpPr/>
          <p:nvPr/>
        </p:nvSpPr>
        <p:spPr>
          <a:xfrm rot="-1555465">
            <a:off x="6671878" y="1797691"/>
            <a:ext cx="887953" cy="38628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7753000" y="1511688"/>
            <a:ext cx="1083300" cy="386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Bias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7817350" y="2385888"/>
            <a:ext cx="1083300" cy="386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Gibberish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7753000" y="3260100"/>
            <a:ext cx="1083300" cy="386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Lies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8285975" y="4723775"/>
            <a:ext cx="418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"/>
          <p:cNvSpPr txBox="1"/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Knowledge Graphs (KGs)?</a:t>
            </a:r>
            <a:endParaRPr/>
          </a:p>
        </p:txBody>
      </p:sp>
      <p:sp>
        <p:nvSpPr>
          <p:cNvPr id="248" name="Google Shape;248;p20"/>
          <p:cNvSpPr txBox="1"/>
          <p:nvPr>
            <p:ph idx="2" type="subTitle"/>
          </p:nvPr>
        </p:nvSpPr>
        <p:spPr>
          <a:xfrm>
            <a:off x="701250" y="1296475"/>
            <a:ext cx="4201200" cy="24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Symbolic knowledge representation</a:t>
            </a:r>
            <a:endParaRPr sz="2700"/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Ground truth</a:t>
            </a:r>
            <a:endParaRPr sz="2700"/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Additional feature context</a:t>
            </a:r>
            <a:endParaRPr sz="27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249" name="Google Shape;249;p20"/>
          <p:cNvSpPr/>
          <p:nvPr/>
        </p:nvSpPr>
        <p:spPr>
          <a:xfrm>
            <a:off x="822200" y="1076625"/>
            <a:ext cx="5890500" cy="3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5137960" y="2236624"/>
            <a:ext cx="489600" cy="495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5627722" y="3180735"/>
            <a:ext cx="489600" cy="495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6287617" y="1905560"/>
            <a:ext cx="489600" cy="495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6540544" y="3481489"/>
            <a:ext cx="489600" cy="495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6927747" y="2693525"/>
            <a:ext cx="489600" cy="495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7596271" y="1905560"/>
            <a:ext cx="489600" cy="495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7849197" y="3180735"/>
            <a:ext cx="489600" cy="495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57" name="Google Shape;257;p20"/>
          <p:cNvCxnSpPr>
            <a:stCxn id="250" idx="7"/>
            <a:endCxn id="252" idx="2"/>
          </p:cNvCxnSpPr>
          <p:nvPr/>
        </p:nvCxnSpPr>
        <p:spPr>
          <a:xfrm flipH="1" rot="10800000">
            <a:off x="5555860" y="2153503"/>
            <a:ext cx="731700" cy="15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20"/>
          <p:cNvCxnSpPr>
            <a:stCxn id="252" idx="5"/>
            <a:endCxn id="254" idx="1"/>
          </p:cNvCxnSpPr>
          <p:nvPr/>
        </p:nvCxnSpPr>
        <p:spPr>
          <a:xfrm>
            <a:off x="6705517" y="2328581"/>
            <a:ext cx="294000" cy="43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20"/>
          <p:cNvCxnSpPr>
            <a:stCxn id="252" idx="4"/>
            <a:endCxn id="251" idx="7"/>
          </p:cNvCxnSpPr>
          <p:nvPr/>
        </p:nvCxnSpPr>
        <p:spPr>
          <a:xfrm flipH="1">
            <a:off x="6045517" y="2401160"/>
            <a:ext cx="486900" cy="85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20"/>
          <p:cNvCxnSpPr>
            <a:stCxn id="253" idx="7"/>
            <a:endCxn id="254" idx="4"/>
          </p:cNvCxnSpPr>
          <p:nvPr/>
        </p:nvCxnSpPr>
        <p:spPr>
          <a:xfrm flipH="1" rot="10800000">
            <a:off x="6958443" y="3189268"/>
            <a:ext cx="214200" cy="36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20"/>
          <p:cNvCxnSpPr>
            <a:stCxn id="256" idx="1"/>
            <a:endCxn id="255" idx="5"/>
          </p:cNvCxnSpPr>
          <p:nvPr/>
        </p:nvCxnSpPr>
        <p:spPr>
          <a:xfrm flipH="1" rot="10800000">
            <a:off x="7920898" y="2328714"/>
            <a:ext cx="93300" cy="9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20"/>
          <p:cNvCxnSpPr>
            <a:stCxn id="255" idx="3"/>
            <a:endCxn id="254" idx="7"/>
          </p:cNvCxnSpPr>
          <p:nvPr/>
        </p:nvCxnSpPr>
        <p:spPr>
          <a:xfrm flipH="1">
            <a:off x="7345771" y="2328581"/>
            <a:ext cx="322200" cy="43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3" name="Google Shape;263;p20"/>
          <p:cNvSpPr txBox="1"/>
          <p:nvPr/>
        </p:nvSpPr>
        <p:spPr>
          <a:xfrm>
            <a:off x="8285975" y="4723775"/>
            <a:ext cx="418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"/>
          <p:cNvSpPr txBox="1"/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Where are KGs used</a:t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822200" y="1076625"/>
            <a:ext cx="5890500" cy="3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720000" y="1421100"/>
            <a:ext cx="4286400" cy="27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●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Three main locations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○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Pre-Model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○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In-Model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○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Post-Model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5521325" y="1470363"/>
            <a:ext cx="325800" cy="29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5521325" y="1916654"/>
            <a:ext cx="325800" cy="29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5521325" y="2362945"/>
            <a:ext cx="325800" cy="29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5521325" y="2809236"/>
            <a:ext cx="325800" cy="29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6180057" y="1693508"/>
            <a:ext cx="325800" cy="29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6180057" y="2139799"/>
            <a:ext cx="325800" cy="29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6180057" y="2586090"/>
            <a:ext cx="325800" cy="29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6838789" y="1693508"/>
            <a:ext cx="325800" cy="29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6838789" y="2139799"/>
            <a:ext cx="325800" cy="29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6838789" y="2586090"/>
            <a:ext cx="325800" cy="294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7497521" y="1470363"/>
            <a:ext cx="325800" cy="29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7497521" y="1916654"/>
            <a:ext cx="325800" cy="29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7497521" y="2362945"/>
            <a:ext cx="325800" cy="29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7497521" y="2809236"/>
            <a:ext cx="325800" cy="29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85" name="Google Shape;285;p21"/>
          <p:cNvCxnSpPr>
            <a:stCxn id="271" idx="6"/>
            <a:endCxn id="275" idx="2"/>
          </p:cNvCxnSpPr>
          <p:nvPr/>
        </p:nvCxnSpPr>
        <p:spPr>
          <a:xfrm>
            <a:off x="5847125" y="1617363"/>
            <a:ext cx="333000" cy="2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21"/>
          <p:cNvCxnSpPr>
            <a:stCxn id="271" idx="6"/>
            <a:endCxn id="276" idx="2"/>
          </p:cNvCxnSpPr>
          <p:nvPr/>
        </p:nvCxnSpPr>
        <p:spPr>
          <a:xfrm>
            <a:off x="5847125" y="1617363"/>
            <a:ext cx="333000" cy="66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21"/>
          <p:cNvCxnSpPr>
            <a:stCxn id="271" idx="6"/>
            <a:endCxn id="277" idx="2"/>
          </p:cNvCxnSpPr>
          <p:nvPr/>
        </p:nvCxnSpPr>
        <p:spPr>
          <a:xfrm>
            <a:off x="5847125" y="1617363"/>
            <a:ext cx="333000" cy="11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1"/>
          <p:cNvCxnSpPr>
            <a:stCxn id="272" idx="6"/>
            <a:endCxn id="275" idx="2"/>
          </p:cNvCxnSpPr>
          <p:nvPr/>
        </p:nvCxnSpPr>
        <p:spPr>
          <a:xfrm flipH="1" rot="10800000">
            <a:off x="5847125" y="1840454"/>
            <a:ext cx="333000" cy="2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21"/>
          <p:cNvCxnSpPr>
            <a:stCxn id="272" idx="6"/>
            <a:endCxn id="276" idx="2"/>
          </p:cNvCxnSpPr>
          <p:nvPr/>
        </p:nvCxnSpPr>
        <p:spPr>
          <a:xfrm>
            <a:off x="5847125" y="2063654"/>
            <a:ext cx="333000" cy="2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1"/>
          <p:cNvCxnSpPr>
            <a:stCxn id="272" idx="6"/>
            <a:endCxn id="277" idx="2"/>
          </p:cNvCxnSpPr>
          <p:nvPr/>
        </p:nvCxnSpPr>
        <p:spPr>
          <a:xfrm>
            <a:off x="5847125" y="2063654"/>
            <a:ext cx="333000" cy="66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1"/>
          <p:cNvCxnSpPr>
            <a:stCxn id="273" idx="6"/>
            <a:endCxn id="276" idx="2"/>
          </p:cNvCxnSpPr>
          <p:nvPr/>
        </p:nvCxnSpPr>
        <p:spPr>
          <a:xfrm flipH="1" rot="10800000">
            <a:off x="5847125" y="2286745"/>
            <a:ext cx="333000" cy="2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1"/>
          <p:cNvCxnSpPr>
            <a:stCxn id="273" idx="6"/>
            <a:endCxn id="275" idx="2"/>
          </p:cNvCxnSpPr>
          <p:nvPr/>
        </p:nvCxnSpPr>
        <p:spPr>
          <a:xfrm flipH="1" rot="10800000">
            <a:off x="5847125" y="1840645"/>
            <a:ext cx="333000" cy="66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1"/>
          <p:cNvCxnSpPr>
            <a:stCxn id="273" idx="6"/>
            <a:endCxn id="277" idx="2"/>
          </p:cNvCxnSpPr>
          <p:nvPr/>
        </p:nvCxnSpPr>
        <p:spPr>
          <a:xfrm>
            <a:off x="5847125" y="2509945"/>
            <a:ext cx="333000" cy="2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21"/>
          <p:cNvCxnSpPr>
            <a:stCxn id="275" idx="2"/>
            <a:endCxn id="274" idx="6"/>
          </p:cNvCxnSpPr>
          <p:nvPr/>
        </p:nvCxnSpPr>
        <p:spPr>
          <a:xfrm flipH="1">
            <a:off x="5847057" y="1840508"/>
            <a:ext cx="333000" cy="11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21"/>
          <p:cNvCxnSpPr>
            <a:stCxn id="276" idx="2"/>
            <a:endCxn id="274" idx="6"/>
          </p:cNvCxnSpPr>
          <p:nvPr/>
        </p:nvCxnSpPr>
        <p:spPr>
          <a:xfrm flipH="1">
            <a:off x="5847057" y="2286799"/>
            <a:ext cx="333000" cy="66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21"/>
          <p:cNvCxnSpPr>
            <a:stCxn id="277" idx="2"/>
            <a:endCxn id="274" idx="6"/>
          </p:cNvCxnSpPr>
          <p:nvPr/>
        </p:nvCxnSpPr>
        <p:spPr>
          <a:xfrm flipH="1">
            <a:off x="5847057" y="2733090"/>
            <a:ext cx="333000" cy="2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21"/>
          <p:cNvCxnSpPr>
            <a:stCxn id="275" idx="6"/>
            <a:endCxn id="278" idx="2"/>
          </p:cNvCxnSpPr>
          <p:nvPr/>
        </p:nvCxnSpPr>
        <p:spPr>
          <a:xfrm>
            <a:off x="6505857" y="1840508"/>
            <a:ext cx="333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21"/>
          <p:cNvCxnSpPr>
            <a:stCxn id="275" idx="6"/>
            <a:endCxn id="279" idx="2"/>
          </p:cNvCxnSpPr>
          <p:nvPr/>
        </p:nvCxnSpPr>
        <p:spPr>
          <a:xfrm>
            <a:off x="6505857" y="1840508"/>
            <a:ext cx="333000" cy="44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21"/>
          <p:cNvCxnSpPr>
            <a:stCxn id="275" idx="6"/>
            <a:endCxn id="280" idx="2"/>
          </p:cNvCxnSpPr>
          <p:nvPr/>
        </p:nvCxnSpPr>
        <p:spPr>
          <a:xfrm>
            <a:off x="6505857" y="1840508"/>
            <a:ext cx="333000" cy="89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21"/>
          <p:cNvCxnSpPr>
            <a:stCxn id="276" idx="6"/>
            <a:endCxn id="278" idx="2"/>
          </p:cNvCxnSpPr>
          <p:nvPr/>
        </p:nvCxnSpPr>
        <p:spPr>
          <a:xfrm flipH="1" rot="10800000">
            <a:off x="6505857" y="1840399"/>
            <a:ext cx="333000" cy="44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21"/>
          <p:cNvCxnSpPr>
            <a:stCxn id="276" idx="6"/>
            <a:endCxn id="279" idx="2"/>
          </p:cNvCxnSpPr>
          <p:nvPr/>
        </p:nvCxnSpPr>
        <p:spPr>
          <a:xfrm>
            <a:off x="6505857" y="2286799"/>
            <a:ext cx="333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21"/>
          <p:cNvCxnSpPr>
            <a:stCxn id="276" idx="6"/>
            <a:endCxn id="280" idx="2"/>
          </p:cNvCxnSpPr>
          <p:nvPr/>
        </p:nvCxnSpPr>
        <p:spPr>
          <a:xfrm>
            <a:off x="6505857" y="2286799"/>
            <a:ext cx="333000" cy="44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21"/>
          <p:cNvCxnSpPr>
            <a:stCxn id="277" idx="6"/>
            <a:endCxn id="278" idx="2"/>
          </p:cNvCxnSpPr>
          <p:nvPr/>
        </p:nvCxnSpPr>
        <p:spPr>
          <a:xfrm flipH="1" rot="10800000">
            <a:off x="6505857" y="1840590"/>
            <a:ext cx="333000" cy="89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21"/>
          <p:cNvCxnSpPr>
            <a:stCxn id="277" idx="6"/>
            <a:endCxn id="279" idx="2"/>
          </p:cNvCxnSpPr>
          <p:nvPr/>
        </p:nvCxnSpPr>
        <p:spPr>
          <a:xfrm flipH="1" rot="10800000">
            <a:off x="6505857" y="2286690"/>
            <a:ext cx="333000" cy="44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21"/>
          <p:cNvCxnSpPr>
            <a:stCxn id="277" idx="6"/>
            <a:endCxn id="280" idx="2"/>
          </p:cNvCxnSpPr>
          <p:nvPr/>
        </p:nvCxnSpPr>
        <p:spPr>
          <a:xfrm>
            <a:off x="6505857" y="2733090"/>
            <a:ext cx="333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1"/>
          <p:cNvCxnSpPr>
            <a:stCxn id="278" idx="6"/>
            <a:endCxn id="281" idx="2"/>
          </p:cNvCxnSpPr>
          <p:nvPr/>
        </p:nvCxnSpPr>
        <p:spPr>
          <a:xfrm flipH="1" rot="10800000">
            <a:off x="7164589" y="1617308"/>
            <a:ext cx="333000" cy="2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21"/>
          <p:cNvCxnSpPr>
            <a:stCxn id="278" idx="6"/>
            <a:endCxn id="282" idx="2"/>
          </p:cNvCxnSpPr>
          <p:nvPr/>
        </p:nvCxnSpPr>
        <p:spPr>
          <a:xfrm>
            <a:off x="7164589" y="1840508"/>
            <a:ext cx="333000" cy="2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21"/>
          <p:cNvCxnSpPr>
            <a:stCxn id="278" idx="6"/>
            <a:endCxn id="283" idx="2"/>
          </p:cNvCxnSpPr>
          <p:nvPr/>
        </p:nvCxnSpPr>
        <p:spPr>
          <a:xfrm>
            <a:off x="7164589" y="1840508"/>
            <a:ext cx="333000" cy="66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21"/>
          <p:cNvCxnSpPr>
            <a:stCxn id="278" idx="6"/>
            <a:endCxn id="284" idx="2"/>
          </p:cNvCxnSpPr>
          <p:nvPr/>
        </p:nvCxnSpPr>
        <p:spPr>
          <a:xfrm>
            <a:off x="7164589" y="1840508"/>
            <a:ext cx="333000" cy="11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21"/>
          <p:cNvCxnSpPr>
            <a:stCxn id="279" idx="6"/>
            <a:endCxn id="281" idx="2"/>
          </p:cNvCxnSpPr>
          <p:nvPr/>
        </p:nvCxnSpPr>
        <p:spPr>
          <a:xfrm flipH="1" rot="10800000">
            <a:off x="7164589" y="1617499"/>
            <a:ext cx="333000" cy="66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21"/>
          <p:cNvCxnSpPr>
            <a:stCxn id="279" idx="6"/>
            <a:endCxn id="282" idx="2"/>
          </p:cNvCxnSpPr>
          <p:nvPr/>
        </p:nvCxnSpPr>
        <p:spPr>
          <a:xfrm flipH="1" rot="10800000">
            <a:off x="7164589" y="2063599"/>
            <a:ext cx="333000" cy="2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21"/>
          <p:cNvCxnSpPr>
            <a:stCxn id="279" idx="6"/>
            <a:endCxn id="283" idx="2"/>
          </p:cNvCxnSpPr>
          <p:nvPr/>
        </p:nvCxnSpPr>
        <p:spPr>
          <a:xfrm>
            <a:off x="7164589" y="2286799"/>
            <a:ext cx="333000" cy="2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21"/>
          <p:cNvCxnSpPr>
            <a:stCxn id="279" idx="6"/>
            <a:endCxn id="284" idx="2"/>
          </p:cNvCxnSpPr>
          <p:nvPr/>
        </p:nvCxnSpPr>
        <p:spPr>
          <a:xfrm>
            <a:off x="7164589" y="2286799"/>
            <a:ext cx="333000" cy="66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21"/>
          <p:cNvCxnSpPr>
            <a:stCxn id="280" idx="6"/>
            <a:endCxn id="281" idx="2"/>
          </p:cNvCxnSpPr>
          <p:nvPr/>
        </p:nvCxnSpPr>
        <p:spPr>
          <a:xfrm flipH="1" rot="10800000">
            <a:off x="7164589" y="1617390"/>
            <a:ext cx="333000" cy="111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21"/>
          <p:cNvCxnSpPr>
            <a:stCxn id="280" idx="6"/>
            <a:endCxn id="282" idx="2"/>
          </p:cNvCxnSpPr>
          <p:nvPr/>
        </p:nvCxnSpPr>
        <p:spPr>
          <a:xfrm flipH="1" rot="10800000">
            <a:off x="7164589" y="2063790"/>
            <a:ext cx="333000" cy="66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21"/>
          <p:cNvCxnSpPr>
            <a:stCxn id="280" idx="6"/>
            <a:endCxn id="283" idx="2"/>
          </p:cNvCxnSpPr>
          <p:nvPr/>
        </p:nvCxnSpPr>
        <p:spPr>
          <a:xfrm flipH="1" rot="10800000">
            <a:off x="7164589" y="2509890"/>
            <a:ext cx="333000" cy="2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21"/>
          <p:cNvCxnSpPr>
            <a:stCxn id="280" idx="6"/>
            <a:endCxn id="284" idx="2"/>
          </p:cNvCxnSpPr>
          <p:nvPr/>
        </p:nvCxnSpPr>
        <p:spPr>
          <a:xfrm>
            <a:off x="7164589" y="2733090"/>
            <a:ext cx="333000" cy="22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21"/>
          <p:cNvSpPr/>
          <p:nvPr/>
        </p:nvSpPr>
        <p:spPr>
          <a:xfrm>
            <a:off x="5695413" y="3945081"/>
            <a:ext cx="298800" cy="29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5994305" y="4512812"/>
            <a:ext cx="298800" cy="29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6397027" y="3746000"/>
            <a:ext cx="298800" cy="29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6551383" y="4693667"/>
            <a:ext cx="298800" cy="29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6787686" y="4219834"/>
            <a:ext cx="298800" cy="29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7195674" y="3746000"/>
            <a:ext cx="298800" cy="29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7350031" y="4512812"/>
            <a:ext cx="298800" cy="29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25" name="Google Shape;325;p21"/>
          <p:cNvCxnSpPr>
            <a:stCxn id="318" idx="7"/>
            <a:endCxn id="320" idx="2"/>
          </p:cNvCxnSpPr>
          <p:nvPr/>
        </p:nvCxnSpPr>
        <p:spPr>
          <a:xfrm flipH="1" rot="10800000">
            <a:off x="5950454" y="3895152"/>
            <a:ext cx="446700" cy="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21"/>
          <p:cNvCxnSpPr>
            <a:stCxn id="320" idx="5"/>
            <a:endCxn id="322" idx="1"/>
          </p:cNvCxnSpPr>
          <p:nvPr/>
        </p:nvCxnSpPr>
        <p:spPr>
          <a:xfrm>
            <a:off x="6652068" y="4000530"/>
            <a:ext cx="179400" cy="26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" name="Google Shape;327;p21"/>
          <p:cNvCxnSpPr>
            <a:stCxn id="320" idx="4"/>
            <a:endCxn id="319" idx="7"/>
          </p:cNvCxnSpPr>
          <p:nvPr/>
        </p:nvCxnSpPr>
        <p:spPr>
          <a:xfrm flipH="1">
            <a:off x="6249427" y="4044200"/>
            <a:ext cx="297000" cy="5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" name="Google Shape;328;p21"/>
          <p:cNvCxnSpPr>
            <a:stCxn id="321" idx="7"/>
            <a:endCxn id="322" idx="4"/>
          </p:cNvCxnSpPr>
          <p:nvPr/>
        </p:nvCxnSpPr>
        <p:spPr>
          <a:xfrm flipH="1" rot="10800000">
            <a:off x="6806425" y="4518037"/>
            <a:ext cx="130800" cy="2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" name="Google Shape;329;p21"/>
          <p:cNvCxnSpPr>
            <a:stCxn id="324" idx="1"/>
            <a:endCxn id="323" idx="5"/>
          </p:cNvCxnSpPr>
          <p:nvPr/>
        </p:nvCxnSpPr>
        <p:spPr>
          <a:xfrm flipH="1" rot="10800000">
            <a:off x="7393789" y="4000583"/>
            <a:ext cx="57000" cy="55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21"/>
          <p:cNvCxnSpPr>
            <a:stCxn id="323" idx="3"/>
            <a:endCxn id="322" idx="7"/>
          </p:cNvCxnSpPr>
          <p:nvPr/>
        </p:nvCxnSpPr>
        <p:spPr>
          <a:xfrm flipH="1">
            <a:off x="7042632" y="4000530"/>
            <a:ext cx="196800" cy="26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1" name="Google Shape;331;p21"/>
          <p:cNvSpPr/>
          <p:nvPr/>
        </p:nvSpPr>
        <p:spPr>
          <a:xfrm>
            <a:off x="6523825" y="2961525"/>
            <a:ext cx="333300" cy="6696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8285975" y="4723775"/>
            <a:ext cx="418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"/>
          <p:cNvSpPr txBox="1"/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Pre-Model KGs</a:t>
            </a:r>
            <a:endParaRPr/>
          </a:p>
        </p:txBody>
      </p:sp>
      <p:sp>
        <p:nvSpPr>
          <p:cNvPr id="338" name="Google Shape;338;p22"/>
          <p:cNvSpPr/>
          <p:nvPr/>
        </p:nvSpPr>
        <p:spPr>
          <a:xfrm>
            <a:off x="822200" y="1076625"/>
            <a:ext cx="5890500" cy="3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606250" y="1502125"/>
            <a:ext cx="4518000" cy="27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●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Prior to model selection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●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Build/Standardize data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●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Model inference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5587600" y="2051978"/>
            <a:ext cx="733500" cy="81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6877441" y="3414928"/>
            <a:ext cx="733500" cy="81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7310086" y="1507225"/>
            <a:ext cx="733500" cy="816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p22"/>
          <p:cNvSpPr/>
          <p:nvPr/>
        </p:nvSpPr>
        <p:spPr>
          <a:xfrm rot="-1050525">
            <a:off x="6333033" y="2025760"/>
            <a:ext cx="974235" cy="22685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22"/>
          <p:cNvSpPr/>
          <p:nvPr/>
        </p:nvSpPr>
        <p:spPr>
          <a:xfrm rot="6189279">
            <a:off x="7053380" y="2755708"/>
            <a:ext cx="974163" cy="22674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22"/>
          <p:cNvSpPr/>
          <p:nvPr/>
        </p:nvSpPr>
        <p:spPr>
          <a:xfrm rot="2874962">
            <a:off x="6101930" y="3012363"/>
            <a:ext cx="950734" cy="24872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22"/>
          <p:cNvSpPr txBox="1"/>
          <p:nvPr/>
        </p:nvSpPr>
        <p:spPr>
          <a:xfrm>
            <a:off x="8285975" y="4723775"/>
            <a:ext cx="418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3"/>
          <p:cNvSpPr txBox="1"/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In-Model KGs</a:t>
            </a:r>
            <a:endParaRPr/>
          </a:p>
        </p:txBody>
      </p:sp>
      <p:sp>
        <p:nvSpPr>
          <p:cNvPr id="352" name="Google Shape;352;p23"/>
          <p:cNvSpPr/>
          <p:nvPr/>
        </p:nvSpPr>
        <p:spPr>
          <a:xfrm>
            <a:off x="822200" y="1076625"/>
            <a:ext cx="5890500" cy="3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Google Shape;353;p23"/>
          <p:cNvSpPr txBox="1"/>
          <p:nvPr/>
        </p:nvSpPr>
        <p:spPr>
          <a:xfrm>
            <a:off x="606250" y="1502125"/>
            <a:ext cx="4518000" cy="27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●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General purpose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●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During training process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●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Real-time refinement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4" name="Google Shape;3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275" y="1217425"/>
            <a:ext cx="3415625" cy="34156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55" name="Google Shape;355;p23"/>
          <p:cNvSpPr txBox="1"/>
          <p:nvPr/>
        </p:nvSpPr>
        <p:spPr>
          <a:xfrm>
            <a:off x="4927275" y="4624925"/>
            <a:ext cx="36492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https://www.flaticon.com/free-icon/machine-learning_2857454</a:t>
            </a:r>
            <a:endParaRPr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6" name="Google Shape;356;p23"/>
          <p:cNvSpPr txBox="1"/>
          <p:nvPr/>
        </p:nvSpPr>
        <p:spPr>
          <a:xfrm>
            <a:off x="8493700" y="4723800"/>
            <a:ext cx="418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"/>
          <p:cNvSpPr txBox="1"/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Post-Model KGs</a:t>
            </a:r>
            <a:endParaRPr/>
          </a:p>
        </p:txBody>
      </p:sp>
      <p:sp>
        <p:nvSpPr>
          <p:cNvPr id="362" name="Google Shape;362;p24"/>
          <p:cNvSpPr/>
          <p:nvPr/>
        </p:nvSpPr>
        <p:spPr>
          <a:xfrm>
            <a:off x="822200" y="1076625"/>
            <a:ext cx="5890500" cy="3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Google Shape;363;p24"/>
          <p:cNvSpPr txBox="1"/>
          <p:nvPr/>
        </p:nvSpPr>
        <p:spPr>
          <a:xfrm>
            <a:off x="590850" y="1666200"/>
            <a:ext cx="4097700" cy="27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●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Provide insight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●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After model training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●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Enrichment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●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RAG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4875300" y="1635900"/>
            <a:ext cx="1471500" cy="576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Google Shape;365;p24"/>
          <p:cNvSpPr txBox="1"/>
          <p:nvPr/>
        </p:nvSpPr>
        <p:spPr>
          <a:xfrm>
            <a:off x="4875300" y="1624783"/>
            <a:ext cx="147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Output</a:t>
            </a:r>
            <a:endParaRPr sz="3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5321825" y="2794438"/>
            <a:ext cx="1390200" cy="7419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7" name="Google Shape;367;p24"/>
          <p:cNvSpPr/>
          <p:nvPr/>
        </p:nvSpPr>
        <p:spPr>
          <a:xfrm flipH="1" rot="10800000">
            <a:off x="5321825" y="2406410"/>
            <a:ext cx="1390200" cy="7419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4875291" y="3921900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5098627" y="4325889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0" name="Google Shape;370;p24"/>
          <p:cNvSpPr/>
          <p:nvPr/>
        </p:nvSpPr>
        <p:spPr>
          <a:xfrm>
            <a:off x="5399546" y="3780236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1" name="Google Shape;371;p24"/>
          <p:cNvSpPr/>
          <p:nvPr/>
        </p:nvSpPr>
        <p:spPr>
          <a:xfrm>
            <a:off x="5514883" y="4454583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2" name="Google Shape;372;p24"/>
          <p:cNvSpPr/>
          <p:nvPr/>
        </p:nvSpPr>
        <p:spPr>
          <a:xfrm>
            <a:off x="5691452" y="4117410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3" name="Google Shape;373;p24"/>
          <p:cNvSpPr/>
          <p:nvPr/>
        </p:nvSpPr>
        <p:spPr>
          <a:xfrm>
            <a:off x="5996306" y="3780236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Google Shape;374;p24"/>
          <p:cNvSpPr/>
          <p:nvPr/>
        </p:nvSpPr>
        <p:spPr>
          <a:xfrm>
            <a:off x="6111643" y="4325889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5" name="Google Shape;375;p24"/>
          <p:cNvCxnSpPr>
            <a:stCxn id="368" idx="7"/>
            <a:endCxn id="370" idx="2"/>
          </p:cNvCxnSpPr>
          <p:nvPr/>
        </p:nvCxnSpPr>
        <p:spPr>
          <a:xfrm flipH="1" rot="10800000">
            <a:off x="5065804" y="3886361"/>
            <a:ext cx="333600" cy="6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" name="Google Shape;376;p24"/>
          <p:cNvCxnSpPr>
            <a:stCxn id="370" idx="5"/>
            <a:endCxn id="372" idx="1"/>
          </p:cNvCxnSpPr>
          <p:nvPr/>
        </p:nvCxnSpPr>
        <p:spPr>
          <a:xfrm>
            <a:off x="5590059" y="3961275"/>
            <a:ext cx="134100" cy="18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" name="Google Shape;377;p24"/>
          <p:cNvCxnSpPr>
            <a:stCxn id="370" idx="4"/>
            <a:endCxn id="369" idx="7"/>
          </p:cNvCxnSpPr>
          <p:nvPr/>
        </p:nvCxnSpPr>
        <p:spPr>
          <a:xfrm flipH="1">
            <a:off x="5289146" y="3992336"/>
            <a:ext cx="222000" cy="36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24"/>
          <p:cNvCxnSpPr>
            <a:stCxn id="371" idx="7"/>
            <a:endCxn id="372" idx="4"/>
          </p:cNvCxnSpPr>
          <p:nvPr/>
        </p:nvCxnSpPr>
        <p:spPr>
          <a:xfrm flipH="1" rot="10800000">
            <a:off x="5705396" y="4329645"/>
            <a:ext cx="97800" cy="1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24"/>
          <p:cNvCxnSpPr>
            <a:stCxn id="374" idx="1"/>
            <a:endCxn id="373" idx="5"/>
          </p:cNvCxnSpPr>
          <p:nvPr/>
        </p:nvCxnSpPr>
        <p:spPr>
          <a:xfrm flipH="1" rot="10800000">
            <a:off x="6144330" y="3961251"/>
            <a:ext cx="42600" cy="3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24"/>
          <p:cNvCxnSpPr>
            <a:stCxn id="373" idx="3"/>
            <a:endCxn id="372" idx="7"/>
          </p:cNvCxnSpPr>
          <p:nvPr/>
        </p:nvCxnSpPr>
        <p:spPr>
          <a:xfrm flipH="1">
            <a:off x="5881992" y="3961275"/>
            <a:ext cx="147000" cy="18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1" name="Google Shape;381;p24"/>
          <p:cNvSpPr/>
          <p:nvPr/>
        </p:nvSpPr>
        <p:spPr>
          <a:xfrm>
            <a:off x="6851050" y="2406400"/>
            <a:ext cx="1933800" cy="1143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2" name="Google Shape;382;p24"/>
          <p:cNvSpPr txBox="1"/>
          <p:nvPr/>
        </p:nvSpPr>
        <p:spPr>
          <a:xfrm>
            <a:off x="6898942" y="2479045"/>
            <a:ext cx="1838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Enriched Output</a:t>
            </a:r>
            <a:endParaRPr sz="3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3" name="Google Shape;383;p24"/>
          <p:cNvSpPr txBox="1"/>
          <p:nvPr/>
        </p:nvSpPr>
        <p:spPr>
          <a:xfrm>
            <a:off x="8285975" y="4723775"/>
            <a:ext cx="418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5"/>
          <p:cNvSpPr txBox="1"/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Gaps</a:t>
            </a: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822200" y="1076625"/>
            <a:ext cx="5890500" cy="3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25"/>
          <p:cNvSpPr txBox="1"/>
          <p:nvPr/>
        </p:nvSpPr>
        <p:spPr>
          <a:xfrm>
            <a:off x="606250" y="1502125"/>
            <a:ext cx="4518000" cy="27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●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Post-model KGs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●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Application domain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●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Complex relationships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91" name="Google Shape;391;p25" title="cadu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275" y="1139000"/>
            <a:ext cx="3418450" cy="3418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5"/>
          <p:cNvSpPr txBox="1"/>
          <p:nvPr/>
        </p:nvSpPr>
        <p:spPr>
          <a:xfrm>
            <a:off x="5355875" y="4583575"/>
            <a:ext cx="28035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Google Shape;393;p25"/>
          <p:cNvSpPr txBox="1"/>
          <p:nvPr/>
        </p:nvSpPr>
        <p:spPr>
          <a:xfrm>
            <a:off x="4927250" y="4583225"/>
            <a:ext cx="34185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https://www.citypng.com/photo/20404/download-caduceus-orange-medical-symbol-silhouette-png</a:t>
            </a:r>
            <a:endParaRPr sz="1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p25"/>
          <p:cNvSpPr txBox="1"/>
          <p:nvPr/>
        </p:nvSpPr>
        <p:spPr>
          <a:xfrm>
            <a:off x="8285975" y="4723775"/>
            <a:ext cx="418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 txBox="1"/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822200" y="1076625"/>
            <a:ext cx="5890500" cy="3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1" name="Google Shape;401;p26"/>
          <p:cNvSpPr txBox="1"/>
          <p:nvPr/>
        </p:nvSpPr>
        <p:spPr>
          <a:xfrm>
            <a:off x="606250" y="1502125"/>
            <a:ext cx="4269000" cy="20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●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Additional papers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Char char="●"/>
            </a:pPr>
            <a:r>
              <a:rPr lang="en" sz="2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Post-model accuracy validation</a:t>
            </a:r>
            <a:endParaRPr sz="2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26"/>
          <p:cNvSpPr/>
          <p:nvPr/>
        </p:nvSpPr>
        <p:spPr>
          <a:xfrm rot="10800000">
            <a:off x="6097260" y="1223928"/>
            <a:ext cx="1118400" cy="13779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3" name="Google Shape;403;p26"/>
          <p:cNvSpPr/>
          <p:nvPr/>
        </p:nvSpPr>
        <p:spPr>
          <a:xfrm rot="10800000">
            <a:off x="6250517" y="1363351"/>
            <a:ext cx="1118400" cy="13779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4" name="Google Shape;404;p26"/>
          <p:cNvSpPr/>
          <p:nvPr/>
        </p:nvSpPr>
        <p:spPr>
          <a:xfrm rot="10800000">
            <a:off x="6403774" y="1502775"/>
            <a:ext cx="1118400" cy="13779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Google Shape;405;p26"/>
          <p:cNvSpPr txBox="1"/>
          <p:nvPr/>
        </p:nvSpPr>
        <p:spPr>
          <a:xfrm>
            <a:off x="6467929" y="1796369"/>
            <a:ext cx="9900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XAI Papers</a:t>
            </a:r>
            <a:endParaRPr sz="17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26"/>
          <p:cNvSpPr/>
          <p:nvPr/>
        </p:nvSpPr>
        <p:spPr>
          <a:xfrm>
            <a:off x="3570941" y="3900000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p26"/>
          <p:cNvSpPr/>
          <p:nvPr/>
        </p:nvSpPr>
        <p:spPr>
          <a:xfrm>
            <a:off x="3794277" y="4303989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8" name="Google Shape;408;p26"/>
          <p:cNvSpPr/>
          <p:nvPr/>
        </p:nvSpPr>
        <p:spPr>
          <a:xfrm>
            <a:off x="4095196" y="3758336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Google Shape;409;p26"/>
          <p:cNvSpPr/>
          <p:nvPr/>
        </p:nvSpPr>
        <p:spPr>
          <a:xfrm>
            <a:off x="4210533" y="4432683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26"/>
          <p:cNvSpPr/>
          <p:nvPr/>
        </p:nvSpPr>
        <p:spPr>
          <a:xfrm>
            <a:off x="4387102" y="4095510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1" name="Google Shape;411;p26"/>
          <p:cNvSpPr/>
          <p:nvPr/>
        </p:nvSpPr>
        <p:spPr>
          <a:xfrm>
            <a:off x="4691956" y="3758336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26"/>
          <p:cNvSpPr/>
          <p:nvPr/>
        </p:nvSpPr>
        <p:spPr>
          <a:xfrm>
            <a:off x="4807293" y="4303989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3" name="Google Shape;413;p26"/>
          <p:cNvCxnSpPr>
            <a:stCxn id="406" idx="7"/>
            <a:endCxn id="408" idx="2"/>
          </p:cNvCxnSpPr>
          <p:nvPr/>
        </p:nvCxnSpPr>
        <p:spPr>
          <a:xfrm flipH="1" rot="10800000">
            <a:off x="3761454" y="3864461"/>
            <a:ext cx="333600" cy="6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" name="Google Shape;414;p26"/>
          <p:cNvCxnSpPr>
            <a:stCxn id="408" idx="5"/>
            <a:endCxn id="410" idx="1"/>
          </p:cNvCxnSpPr>
          <p:nvPr/>
        </p:nvCxnSpPr>
        <p:spPr>
          <a:xfrm>
            <a:off x="4285709" y="3939375"/>
            <a:ext cx="134100" cy="18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" name="Google Shape;415;p26"/>
          <p:cNvCxnSpPr>
            <a:stCxn id="408" idx="4"/>
            <a:endCxn id="407" idx="7"/>
          </p:cNvCxnSpPr>
          <p:nvPr/>
        </p:nvCxnSpPr>
        <p:spPr>
          <a:xfrm flipH="1">
            <a:off x="3984796" y="3970436"/>
            <a:ext cx="222000" cy="36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6" name="Google Shape;416;p26"/>
          <p:cNvCxnSpPr>
            <a:stCxn id="409" idx="7"/>
            <a:endCxn id="410" idx="4"/>
          </p:cNvCxnSpPr>
          <p:nvPr/>
        </p:nvCxnSpPr>
        <p:spPr>
          <a:xfrm flipH="1" rot="10800000">
            <a:off x="4401046" y="4307745"/>
            <a:ext cx="97800" cy="1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p26"/>
          <p:cNvCxnSpPr>
            <a:stCxn id="412" idx="1"/>
            <a:endCxn id="411" idx="5"/>
          </p:cNvCxnSpPr>
          <p:nvPr/>
        </p:nvCxnSpPr>
        <p:spPr>
          <a:xfrm flipH="1" rot="10800000">
            <a:off x="4839980" y="3939351"/>
            <a:ext cx="42600" cy="3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p26"/>
          <p:cNvCxnSpPr>
            <a:stCxn id="411" idx="3"/>
            <a:endCxn id="410" idx="7"/>
          </p:cNvCxnSpPr>
          <p:nvPr/>
        </p:nvCxnSpPr>
        <p:spPr>
          <a:xfrm flipH="1">
            <a:off x="4577642" y="3939375"/>
            <a:ext cx="147000" cy="18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9" name="Google Shape;419;p26"/>
          <p:cNvSpPr/>
          <p:nvPr/>
        </p:nvSpPr>
        <p:spPr>
          <a:xfrm>
            <a:off x="822197" y="3849653"/>
            <a:ext cx="1798800" cy="703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Google Shape;420;p26"/>
          <p:cNvSpPr txBox="1"/>
          <p:nvPr/>
        </p:nvSpPr>
        <p:spPr>
          <a:xfrm>
            <a:off x="822197" y="3850793"/>
            <a:ext cx="1798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Output</a:t>
            </a:r>
            <a:endParaRPr sz="3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26"/>
          <p:cNvSpPr/>
          <p:nvPr/>
        </p:nvSpPr>
        <p:spPr>
          <a:xfrm rot="-2700000">
            <a:off x="6113039" y="3609642"/>
            <a:ext cx="1227820" cy="646578"/>
          </a:xfrm>
          <a:prstGeom prst="corner">
            <a:avLst>
              <a:gd fmla="val 34449" name="adj1"/>
              <a:gd fmla="val 3025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6"/>
          <p:cNvSpPr/>
          <p:nvPr/>
        </p:nvSpPr>
        <p:spPr>
          <a:xfrm>
            <a:off x="2807300" y="4097025"/>
            <a:ext cx="482100" cy="23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26"/>
          <p:cNvSpPr/>
          <p:nvPr/>
        </p:nvSpPr>
        <p:spPr>
          <a:xfrm>
            <a:off x="5312025" y="4033725"/>
            <a:ext cx="482100" cy="23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" name="Google Shape;424;p26"/>
          <p:cNvSpPr txBox="1"/>
          <p:nvPr/>
        </p:nvSpPr>
        <p:spPr>
          <a:xfrm>
            <a:off x="8285975" y="4723775"/>
            <a:ext cx="418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7"/>
          <p:cNvSpPr txBox="1"/>
          <p:nvPr>
            <p:ph type="title"/>
          </p:nvPr>
        </p:nvSpPr>
        <p:spPr>
          <a:xfrm>
            <a:off x="720000" y="416925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Idea</a:t>
            </a:r>
            <a:endParaRPr/>
          </a:p>
        </p:txBody>
      </p:sp>
      <p:sp>
        <p:nvSpPr>
          <p:cNvPr id="430" name="Google Shape;430;p27"/>
          <p:cNvSpPr/>
          <p:nvPr/>
        </p:nvSpPr>
        <p:spPr>
          <a:xfrm flipH="1">
            <a:off x="486554" y="1153826"/>
            <a:ext cx="1392174" cy="1345302"/>
          </a:xfrm>
          <a:prstGeom prst="flowChartMulti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27"/>
          <p:cNvSpPr txBox="1"/>
          <p:nvPr/>
        </p:nvSpPr>
        <p:spPr>
          <a:xfrm>
            <a:off x="720669" y="1362333"/>
            <a:ext cx="13923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Training Data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2" name="Google Shape;432;p27"/>
          <p:cNvSpPr/>
          <p:nvPr/>
        </p:nvSpPr>
        <p:spPr>
          <a:xfrm>
            <a:off x="1977227" y="1595870"/>
            <a:ext cx="1156200" cy="70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3" name="Google Shape;433;p27"/>
          <p:cNvSpPr/>
          <p:nvPr/>
        </p:nvSpPr>
        <p:spPr>
          <a:xfrm>
            <a:off x="3231977" y="1444954"/>
            <a:ext cx="1798800" cy="100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27"/>
          <p:cNvSpPr txBox="1"/>
          <p:nvPr/>
        </p:nvSpPr>
        <p:spPr>
          <a:xfrm>
            <a:off x="1977227" y="1765509"/>
            <a:ext cx="81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Train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27"/>
          <p:cNvSpPr txBox="1"/>
          <p:nvPr/>
        </p:nvSpPr>
        <p:spPr>
          <a:xfrm>
            <a:off x="3373636" y="1595870"/>
            <a:ext cx="15156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LLM</a:t>
            </a:r>
            <a:endParaRPr sz="3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6" name="Google Shape;436;p27"/>
          <p:cNvSpPr/>
          <p:nvPr/>
        </p:nvSpPr>
        <p:spPr>
          <a:xfrm>
            <a:off x="6476572" y="1562903"/>
            <a:ext cx="1798800" cy="703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7" name="Google Shape;437;p27"/>
          <p:cNvSpPr/>
          <p:nvPr/>
        </p:nvSpPr>
        <p:spPr>
          <a:xfrm>
            <a:off x="5170454" y="1595870"/>
            <a:ext cx="1156200" cy="70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8" name="Google Shape;438;p27"/>
          <p:cNvSpPr txBox="1"/>
          <p:nvPr/>
        </p:nvSpPr>
        <p:spPr>
          <a:xfrm>
            <a:off x="5129297" y="1765509"/>
            <a:ext cx="1107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Prompt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9" name="Google Shape;439;p27"/>
          <p:cNvSpPr txBox="1"/>
          <p:nvPr/>
        </p:nvSpPr>
        <p:spPr>
          <a:xfrm>
            <a:off x="6476572" y="1564043"/>
            <a:ext cx="1798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Output</a:t>
            </a:r>
            <a:endParaRPr sz="3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0" name="Google Shape;440;p27"/>
          <p:cNvSpPr/>
          <p:nvPr/>
        </p:nvSpPr>
        <p:spPr>
          <a:xfrm rot="5400000">
            <a:off x="832094" y="2786954"/>
            <a:ext cx="947400" cy="56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27"/>
          <p:cNvSpPr/>
          <p:nvPr/>
        </p:nvSpPr>
        <p:spPr>
          <a:xfrm>
            <a:off x="780916" y="4096000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2" name="Google Shape;442;p27"/>
          <p:cNvSpPr/>
          <p:nvPr/>
        </p:nvSpPr>
        <p:spPr>
          <a:xfrm>
            <a:off x="1004252" y="4499989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3" name="Google Shape;443;p27"/>
          <p:cNvSpPr/>
          <p:nvPr/>
        </p:nvSpPr>
        <p:spPr>
          <a:xfrm>
            <a:off x="1305171" y="3954336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4" name="Google Shape;444;p27"/>
          <p:cNvSpPr/>
          <p:nvPr/>
        </p:nvSpPr>
        <p:spPr>
          <a:xfrm>
            <a:off x="1420508" y="4628683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5" name="Google Shape;445;p27"/>
          <p:cNvSpPr/>
          <p:nvPr/>
        </p:nvSpPr>
        <p:spPr>
          <a:xfrm>
            <a:off x="1597077" y="4291510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6" name="Google Shape;446;p27"/>
          <p:cNvSpPr/>
          <p:nvPr/>
        </p:nvSpPr>
        <p:spPr>
          <a:xfrm>
            <a:off x="1901931" y="3954336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7" name="Google Shape;447;p27"/>
          <p:cNvSpPr/>
          <p:nvPr/>
        </p:nvSpPr>
        <p:spPr>
          <a:xfrm>
            <a:off x="2017268" y="4499989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48" name="Google Shape;448;p27"/>
          <p:cNvCxnSpPr>
            <a:stCxn id="441" idx="7"/>
            <a:endCxn id="443" idx="2"/>
          </p:cNvCxnSpPr>
          <p:nvPr/>
        </p:nvCxnSpPr>
        <p:spPr>
          <a:xfrm flipH="1" rot="10800000">
            <a:off x="971429" y="4060461"/>
            <a:ext cx="333600" cy="6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" name="Google Shape;449;p27"/>
          <p:cNvCxnSpPr>
            <a:stCxn id="443" idx="5"/>
            <a:endCxn id="445" idx="1"/>
          </p:cNvCxnSpPr>
          <p:nvPr/>
        </p:nvCxnSpPr>
        <p:spPr>
          <a:xfrm>
            <a:off x="1495684" y="4135375"/>
            <a:ext cx="134100" cy="18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" name="Google Shape;450;p27"/>
          <p:cNvCxnSpPr>
            <a:stCxn id="443" idx="4"/>
            <a:endCxn id="442" idx="7"/>
          </p:cNvCxnSpPr>
          <p:nvPr/>
        </p:nvCxnSpPr>
        <p:spPr>
          <a:xfrm flipH="1">
            <a:off x="1194771" y="4166436"/>
            <a:ext cx="222000" cy="36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1" name="Google Shape;451;p27"/>
          <p:cNvCxnSpPr>
            <a:stCxn id="444" idx="7"/>
            <a:endCxn id="445" idx="4"/>
          </p:cNvCxnSpPr>
          <p:nvPr/>
        </p:nvCxnSpPr>
        <p:spPr>
          <a:xfrm flipH="1" rot="10800000">
            <a:off x="1611021" y="4503745"/>
            <a:ext cx="97800" cy="1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2" name="Google Shape;452;p27"/>
          <p:cNvCxnSpPr>
            <a:stCxn id="447" idx="1"/>
            <a:endCxn id="446" idx="5"/>
          </p:cNvCxnSpPr>
          <p:nvPr/>
        </p:nvCxnSpPr>
        <p:spPr>
          <a:xfrm flipH="1" rot="10800000">
            <a:off x="2049955" y="4135351"/>
            <a:ext cx="42600" cy="3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3" name="Google Shape;453;p27"/>
          <p:cNvCxnSpPr>
            <a:stCxn id="446" idx="3"/>
            <a:endCxn id="445" idx="7"/>
          </p:cNvCxnSpPr>
          <p:nvPr/>
        </p:nvCxnSpPr>
        <p:spPr>
          <a:xfrm flipH="1">
            <a:off x="1787617" y="4135375"/>
            <a:ext cx="147000" cy="18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4" name="Google Shape;454;p27"/>
          <p:cNvSpPr/>
          <p:nvPr/>
        </p:nvSpPr>
        <p:spPr>
          <a:xfrm>
            <a:off x="6974558" y="4662085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5" name="Google Shape;455;p27"/>
          <p:cNvSpPr/>
          <p:nvPr/>
        </p:nvSpPr>
        <p:spPr>
          <a:xfrm>
            <a:off x="7275477" y="4116431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6" name="Google Shape;456;p27"/>
          <p:cNvSpPr/>
          <p:nvPr/>
        </p:nvSpPr>
        <p:spPr>
          <a:xfrm>
            <a:off x="7567382" y="4453605"/>
            <a:ext cx="223200" cy="212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7" name="Google Shape;457;p27"/>
          <p:cNvCxnSpPr>
            <a:stCxn id="455" idx="4"/>
            <a:endCxn id="454" idx="7"/>
          </p:cNvCxnSpPr>
          <p:nvPr/>
        </p:nvCxnSpPr>
        <p:spPr>
          <a:xfrm flipH="1">
            <a:off x="7165077" y="4328531"/>
            <a:ext cx="222000" cy="36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8" name="Google Shape;458;p27"/>
          <p:cNvCxnSpPr>
            <a:stCxn id="455" idx="5"/>
            <a:endCxn id="456" idx="1"/>
          </p:cNvCxnSpPr>
          <p:nvPr/>
        </p:nvCxnSpPr>
        <p:spPr>
          <a:xfrm>
            <a:off x="7465990" y="4297470"/>
            <a:ext cx="134100" cy="18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9" name="Google Shape;459;p27"/>
          <p:cNvSpPr txBox="1"/>
          <p:nvPr/>
        </p:nvSpPr>
        <p:spPr>
          <a:xfrm>
            <a:off x="360300" y="3485959"/>
            <a:ext cx="211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Generated KG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0" name="Google Shape;460;p27"/>
          <p:cNvSpPr txBox="1"/>
          <p:nvPr/>
        </p:nvSpPr>
        <p:spPr>
          <a:xfrm>
            <a:off x="6476572" y="3583693"/>
            <a:ext cx="211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Generated KG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Google Shape;461;p27"/>
          <p:cNvSpPr/>
          <p:nvPr/>
        </p:nvSpPr>
        <p:spPr>
          <a:xfrm rot="5400000">
            <a:off x="6902262" y="2691715"/>
            <a:ext cx="947400" cy="56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" name="Google Shape;462;p27"/>
          <p:cNvSpPr/>
          <p:nvPr/>
        </p:nvSpPr>
        <p:spPr>
          <a:xfrm>
            <a:off x="2626072" y="3873587"/>
            <a:ext cx="3850500" cy="755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" name="Google Shape;463;p27"/>
          <p:cNvSpPr txBox="1"/>
          <p:nvPr/>
        </p:nvSpPr>
        <p:spPr>
          <a:xfrm>
            <a:off x="3588498" y="4020264"/>
            <a:ext cx="211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Similarity Metric</a:t>
            </a:r>
            <a:endParaRPr sz="18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Google Shape;464;p27"/>
          <p:cNvSpPr txBox="1"/>
          <p:nvPr/>
        </p:nvSpPr>
        <p:spPr>
          <a:xfrm>
            <a:off x="8285975" y="4723775"/>
            <a:ext cx="418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8"/>
          <p:cNvSpPr txBox="1"/>
          <p:nvPr>
            <p:ph type="ctrTitle"/>
          </p:nvPr>
        </p:nvSpPr>
        <p:spPr>
          <a:xfrm>
            <a:off x="293475" y="2333075"/>
            <a:ext cx="6672600" cy="12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470" name="Google Shape;470;p28"/>
          <p:cNvSpPr/>
          <p:nvPr/>
        </p:nvSpPr>
        <p:spPr>
          <a:xfrm flipH="1" rot="10800000">
            <a:off x="966300" y="3545683"/>
            <a:ext cx="5065500" cy="3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1" name="Google Shape;471;p28"/>
          <p:cNvSpPr txBox="1"/>
          <p:nvPr/>
        </p:nvSpPr>
        <p:spPr>
          <a:xfrm>
            <a:off x="8285975" y="4723775"/>
            <a:ext cx="418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9"/>
          <p:cNvSpPr txBox="1"/>
          <p:nvPr>
            <p:ph type="title"/>
          </p:nvPr>
        </p:nvSpPr>
        <p:spPr>
          <a:xfrm>
            <a:off x="314550" y="40095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477" name="Google Shape;477;p29"/>
          <p:cNvSpPr txBox="1"/>
          <p:nvPr/>
        </p:nvSpPr>
        <p:spPr>
          <a:xfrm>
            <a:off x="9978100" y="1282000"/>
            <a:ext cx="8004900" cy="3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[5] Gilpin, L.H., Bau, D., Yuan, B.Z., Bajwa, A., Specter, M., Kagal, L.: Explaining</a:t>
            </a:r>
            <a:endParaRPr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explanations: An overview of interpretability of machine learning (2019), https:</a:t>
            </a:r>
            <a:endParaRPr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//arxiv.org/abs/1806.00069</a:t>
            </a:r>
            <a:endParaRPr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9"/>
          <p:cNvSpPr txBox="1"/>
          <p:nvPr/>
        </p:nvSpPr>
        <p:spPr>
          <a:xfrm>
            <a:off x="529025" y="976950"/>
            <a:ext cx="7051200" cy="3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[1] Beall, J.: Beall’s list of predatory journals and publishers. </a:t>
            </a:r>
            <a:r>
              <a:rPr lang="en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https://beallslist</a:t>
            </a: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. net/ (2025), accessed: 2025-03-17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[2] Bordes, A., Usunier, N., Garcia-Duran, A., Weston, J., Yakhnenko, O.:Translating embeddings for modeling multi-relational data. In: Burges, C., Bottou, L., Welling, M., Ghahramani, Z., Weinberger, K. (eds.) Advances in Neural Information Processing Systems. vol. 26. Curran Associates, Inc. (2013), https://proceedings.neurips.cc/paper_files/paper/2013/file/1cecc7a77928ca8133fa24680a88d2f9-Paper.pdf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[3] Daniels, Z., Frank, L., Menart, C., Raymer, M., Hitzler, P.: A framework for explainable deep neural models using external knowledge graphs. p. 73 (04 2020). </a:t>
            </a:r>
            <a:r>
              <a:rPr lang="en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https://doi.org/10.1117/12.2558083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[4] Dranc´e, M., Boudin, M., Mougin, F., Diallo, G.: Neuro-symbolic xai for computational drug repurposing. pp. 220–225 (01 2021). </a:t>
            </a:r>
            <a:r>
              <a:rPr lang="en" u="sng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https://doi.org/10.5220/0010714100003064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" name="Google Shape;479;p29"/>
          <p:cNvSpPr txBox="1"/>
          <p:nvPr/>
        </p:nvSpPr>
        <p:spPr>
          <a:xfrm>
            <a:off x="8285975" y="4723775"/>
            <a:ext cx="418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0"/>
          <p:cNvSpPr txBox="1"/>
          <p:nvPr>
            <p:ph type="title"/>
          </p:nvPr>
        </p:nvSpPr>
        <p:spPr>
          <a:xfrm>
            <a:off x="314550" y="40095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485" name="Google Shape;485;p30"/>
          <p:cNvSpPr txBox="1"/>
          <p:nvPr/>
        </p:nvSpPr>
        <p:spPr>
          <a:xfrm>
            <a:off x="9978100" y="1282000"/>
            <a:ext cx="8004900" cy="3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[5] Gilpin, L.H., Bau, D., Yuan, B.Z., Bajwa, A., Specter, M., Kagal, L.: Explaining</a:t>
            </a:r>
            <a:endParaRPr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explanations: An overview of interpretability of machine learning (2019), https:</a:t>
            </a:r>
            <a:endParaRPr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//arxiv.org/abs/1806.00069</a:t>
            </a:r>
            <a:endParaRPr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Google Shape;486;p30"/>
          <p:cNvSpPr txBox="1"/>
          <p:nvPr/>
        </p:nvSpPr>
        <p:spPr>
          <a:xfrm>
            <a:off x="490400" y="976950"/>
            <a:ext cx="6684300" cy="3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[5] Gilpin, L.H., Bau, D., Yuan, B.Z., Bajwa, A., Specter, M., Kagal, L.: Explaining explanations: An overview of interpretability of machine learning (2019), </a:t>
            </a:r>
            <a:r>
              <a:rPr lang="en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https://arxiv.org/abs/1806.00069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[6] Rajabi, E., Etminani, F.: Knowledge-graph-based explainable ai: A systematic review. Journal of Information Science 50, 016555152211128 (09 2022). </a:t>
            </a:r>
            <a:r>
              <a:rPr lang="en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https://doi.org/10.1177/01655515221112844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[7] Ren, H., Hu, W., Leskovec, J.: Query2box: Reasoning over knowledge graphs in vector space using box embeddings (2020), </a:t>
            </a:r>
            <a:r>
              <a:rPr lang="en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https://arxiv.org/abs/2002.05969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[8] Harkey, L., Chughtai, B., Batson, J., Lindsey, J., Wu, J., Bushnaq, L., Goldowsky-Dill, N., Heimersheim, S., Ortega, A., Bloom, J., Biderman, S., Garriga-Alonso, A., Conmy, A., Nanda, N., Rumbelow, J., Wattenberg, M., Schoots, N., Miller, J., Michaud, E.J., Casper, S. Tegmark, M., Saunders, W., Bau, D., Todd, E., Geiger, A., Geva, M., Hoogland, J., Murfet, D., McGrath, T.: Open problems in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mechanistic interpretability (2025), https://arxiv.org/abs/2501.16496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Google Shape;487;p30"/>
          <p:cNvSpPr txBox="1"/>
          <p:nvPr/>
        </p:nvSpPr>
        <p:spPr>
          <a:xfrm>
            <a:off x="8285975" y="4723775"/>
            <a:ext cx="418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1"/>
          <p:cNvSpPr txBox="1"/>
          <p:nvPr>
            <p:ph type="title"/>
          </p:nvPr>
        </p:nvSpPr>
        <p:spPr>
          <a:xfrm>
            <a:off x="314550" y="40095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493" name="Google Shape;493;p31"/>
          <p:cNvSpPr txBox="1"/>
          <p:nvPr/>
        </p:nvSpPr>
        <p:spPr>
          <a:xfrm>
            <a:off x="9978100" y="1282000"/>
            <a:ext cx="8004900" cy="3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[5] Gilpin, L.H., Bau, D., Yuan, B.Z., Bajwa, A., Specter, M., Kagal, L.: Explaining</a:t>
            </a:r>
            <a:endParaRPr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explanations: An overview of interpretability of machine learning (2019), https:</a:t>
            </a:r>
            <a:endParaRPr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//arxiv.org/abs/1806.00069</a:t>
            </a:r>
            <a:endParaRPr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90400" y="976950"/>
            <a:ext cx="6684300" cy="3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90400" y="1227750"/>
            <a:ext cx="6807000" cy="30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[9] Sherburn, D., Chughtai, B., Evans, O.: Can language models explain their own classification behavior? (2024), </a:t>
            </a:r>
            <a:r>
              <a:rPr lang="en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https://arxiv.org/abs/2405.07436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[10] Wang, X., Wang, D., Xu, C., He, X., Cao, Y., Chua, T.S.: Explainable reasoning over knowledge graphs for recommendation (2018), https://arxiv.org/abs/ 1811.04540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6" name="Google Shape;496;p31"/>
          <p:cNvSpPr txBox="1"/>
          <p:nvPr/>
        </p:nvSpPr>
        <p:spPr>
          <a:xfrm>
            <a:off x="8285975" y="4723775"/>
            <a:ext cx="418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econd Derivative Test by Slidesgo">
  <a:themeElements>
    <a:clrScheme name="Simple Light">
      <a:dk1>
        <a:srgbClr val="DA622E"/>
      </a:dk1>
      <a:lt1>
        <a:srgbClr val="FDFCF8"/>
      </a:lt1>
      <a:dk2>
        <a:srgbClr val="882E06"/>
      </a:dk2>
      <a:lt2>
        <a:srgbClr val="FFA900"/>
      </a:lt2>
      <a:accent1>
        <a:srgbClr val="FFFFFF"/>
      </a:accent1>
      <a:accent2>
        <a:srgbClr val="FFFFFF"/>
      </a:accent2>
      <a:accent3>
        <a:srgbClr val="FFFFFF"/>
      </a:accent3>
      <a:accent4>
        <a:srgbClr val="FDFCFD"/>
      </a:accent4>
      <a:accent5>
        <a:srgbClr val="FDFCFD"/>
      </a:accent5>
      <a:accent6>
        <a:srgbClr val="FDFCFD"/>
      </a:accent6>
      <a:hlink>
        <a:srgbClr val="882E0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